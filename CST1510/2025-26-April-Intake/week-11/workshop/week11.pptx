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7" r:id="rId2"/>
    <p:sldId id="299" r:id="rId3"/>
    <p:sldId id="301" r:id="rId4"/>
    <p:sldId id="336" r:id="rId5"/>
    <p:sldId id="338" r:id="rId6"/>
    <p:sldId id="317" r:id="rId7"/>
    <p:sldId id="341" r:id="rId8"/>
    <p:sldId id="339" r:id="rId9"/>
    <p:sldId id="331" r:id="rId10"/>
    <p:sldId id="340" r:id="rId11"/>
    <p:sldId id="342" r:id="rId12"/>
    <p:sldId id="343" r:id="rId13"/>
    <p:sldId id="325" r:id="rId14"/>
    <p:sldId id="347" r:id="rId15"/>
    <p:sldId id="348" r:id="rId16"/>
    <p:sldId id="330" r:id="rId17"/>
    <p:sldId id="349" r:id="rId18"/>
    <p:sldId id="351" r:id="rId19"/>
    <p:sldId id="350" r:id="rId20"/>
    <p:sldId id="352" r:id="rId21"/>
    <p:sldId id="304" r:id="rId22"/>
    <p:sldId id="328" r:id="rId23"/>
    <p:sldId id="316" r:id="rId24"/>
    <p:sldId id="322" r:id="rId25"/>
    <p:sldId id="344" r:id="rId26"/>
    <p:sldId id="329" r:id="rId27"/>
    <p:sldId id="346" r:id="rId28"/>
    <p:sldId id="326" r:id="rId29"/>
    <p:sldId id="332" r:id="rId30"/>
    <p:sldId id="353" r:id="rId31"/>
    <p:sldId id="31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na Wieclaw" initials="AW" lastIdx="1" clrIdx="0">
    <p:extLst>
      <p:ext uri="{19B8F6BF-5375-455C-9EA6-DF929625EA0E}">
        <p15:presenceInfo xmlns:p15="http://schemas.microsoft.com/office/powerpoint/2012/main" userId="S::a.wieclaw@mdx.ac.uk::53f18a0a-a7d8-4cc1-ad49-4a4ea5bb04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009F"/>
    <a:srgbClr val="5CA363"/>
    <a:srgbClr val="008281"/>
    <a:srgbClr val="0A00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04"/>
    <p:restoredTop sz="92080"/>
  </p:normalViewPr>
  <p:slideViewPr>
    <p:cSldViewPr snapToGrid="0" snapToObjects="1">
      <p:cViewPr varScale="1">
        <p:scale>
          <a:sx n="99" d="100"/>
          <a:sy n="99" d="100"/>
        </p:scale>
        <p:origin x="66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56F347-1D27-B74E-95F8-F2629AB96C98}" type="doc">
      <dgm:prSet loTypeId="urn:microsoft.com/office/officeart/2005/8/layout/orgChart1" loCatId="" qsTypeId="urn:microsoft.com/office/officeart/2005/8/quickstyle/simple3" qsCatId="simple" csTypeId="urn:microsoft.com/office/officeart/2005/8/colors/accent1_2" csCatId="accent1" phldr="1"/>
      <dgm:spPr/>
      <dgm:t>
        <a:bodyPr/>
        <a:lstStyle/>
        <a:p>
          <a:endParaRPr lang="en-GB"/>
        </a:p>
      </dgm:t>
    </dgm:pt>
    <dgm:pt modelId="{21B26D16-1FDB-F947-A08F-EAD8A863177D}">
      <dgm:prSet phldrT="[Text]"/>
      <dgm:spPr>
        <a:solidFill>
          <a:schemeClr val="bg1">
            <a:alpha val="74945"/>
          </a:schemeClr>
        </a:solidFill>
      </dgm:spPr>
      <dgm:t>
        <a:bodyPr/>
        <a:lstStyle/>
        <a:p>
          <a:r>
            <a:rPr lang="en-GB" b="1" dirty="0"/>
            <a:t>Tag</a:t>
          </a:r>
        </a:p>
      </dgm:t>
    </dgm:pt>
    <dgm:pt modelId="{D7B9C893-4648-EE47-81C3-9F7DA3344662}" type="parTrans" cxnId="{5A72D572-7CD5-3E41-A314-768D2DFF2A3E}">
      <dgm:prSet/>
      <dgm:spPr/>
      <dgm:t>
        <a:bodyPr/>
        <a:lstStyle/>
        <a:p>
          <a:endParaRPr lang="en-GB"/>
        </a:p>
      </dgm:t>
    </dgm:pt>
    <dgm:pt modelId="{2C815E00-8C76-DC4A-BC49-52EC04FA56F7}" type="sibTrans" cxnId="{5A72D572-7CD5-3E41-A314-768D2DFF2A3E}">
      <dgm:prSet/>
      <dgm:spPr/>
      <dgm:t>
        <a:bodyPr/>
        <a:lstStyle/>
        <a:p>
          <a:endParaRPr lang="en-GB"/>
        </a:p>
      </dgm:t>
    </dgm:pt>
    <dgm:pt modelId="{F728066F-E51A-A74C-A148-F87AB51C9A11}">
      <dgm:prSet phldrT="[Text]"/>
      <dgm:spPr>
        <a:solidFill>
          <a:schemeClr val="bg1">
            <a:alpha val="74945"/>
          </a:schemeClr>
        </a:solidFill>
      </dgm:spPr>
      <dgm:t>
        <a:bodyPr/>
        <a:lstStyle/>
        <a:p>
          <a:r>
            <a:rPr lang="en-GB" b="1" dirty="0"/>
            <a:t>Beautiful soup functions</a:t>
          </a:r>
        </a:p>
      </dgm:t>
    </dgm:pt>
    <dgm:pt modelId="{892EDDB1-FEFC-2E4E-9F83-3B8E6F3839A8}" type="parTrans" cxnId="{BEF73A63-773A-E94F-A3D2-4F5F7C8D4D62}">
      <dgm:prSet/>
      <dgm:spPr/>
      <dgm:t>
        <a:bodyPr/>
        <a:lstStyle/>
        <a:p>
          <a:endParaRPr lang="en-GB"/>
        </a:p>
      </dgm:t>
    </dgm:pt>
    <dgm:pt modelId="{9B3E2F7B-32FF-6043-807B-309EF896D517}" type="sibTrans" cxnId="{BEF73A63-773A-E94F-A3D2-4F5F7C8D4D62}">
      <dgm:prSet/>
      <dgm:spPr/>
      <dgm:t>
        <a:bodyPr/>
        <a:lstStyle/>
        <a:p>
          <a:endParaRPr lang="en-GB"/>
        </a:p>
      </dgm:t>
    </dgm:pt>
    <dgm:pt modelId="{9A44DF9E-D913-2C44-8478-E9EE593E74E0}">
      <dgm:prSet phldrT="[Text]"/>
      <dgm:spPr>
        <a:solidFill>
          <a:schemeClr val="bg1">
            <a:alpha val="74945"/>
          </a:schemeClr>
        </a:solidFill>
      </dgm:spPr>
      <dgm:t>
        <a:bodyPr/>
        <a:lstStyle/>
        <a:p>
          <a:r>
            <a:rPr lang="en-GB" b="1" dirty="0"/>
            <a:t>Comments</a:t>
          </a:r>
        </a:p>
      </dgm:t>
    </dgm:pt>
    <dgm:pt modelId="{8C934A0E-2367-AC4E-AAC1-843610C2E0B6}" type="parTrans" cxnId="{D792CA03-B78E-4140-9D76-E207E6C23A68}">
      <dgm:prSet/>
      <dgm:spPr/>
      <dgm:t>
        <a:bodyPr/>
        <a:lstStyle/>
        <a:p>
          <a:endParaRPr lang="en-GB"/>
        </a:p>
      </dgm:t>
    </dgm:pt>
    <dgm:pt modelId="{B7EBB9DD-EEB0-F94D-B13C-9E30A71A2A81}" type="sibTrans" cxnId="{D792CA03-B78E-4140-9D76-E207E6C23A68}">
      <dgm:prSet/>
      <dgm:spPr/>
      <dgm:t>
        <a:bodyPr/>
        <a:lstStyle/>
        <a:p>
          <a:endParaRPr lang="en-GB"/>
        </a:p>
      </dgm:t>
    </dgm:pt>
    <dgm:pt modelId="{26C9592D-18E8-AA4F-A68F-2EC2CEE0582A}">
      <dgm:prSet phldrT="[Text]"/>
      <dgm:spPr>
        <a:solidFill>
          <a:schemeClr val="bg1">
            <a:alpha val="74945"/>
          </a:schemeClr>
        </a:solidFill>
      </dgm:spPr>
      <dgm:t>
        <a:bodyPr/>
        <a:lstStyle/>
        <a:p>
          <a:r>
            <a:rPr lang="en-GB" b="1" dirty="0"/>
            <a:t>Navigating string</a:t>
          </a:r>
        </a:p>
      </dgm:t>
    </dgm:pt>
    <dgm:pt modelId="{5514044E-2555-B74A-9D64-9083EB9B6016}" type="sibTrans" cxnId="{1464D017-2730-F145-9FF8-55AB24A2FD50}">
      <dgm:prSet/>
      <dgm:spPr/>
      <dgm:t>
        <a:bodyPr/>
        <a:lstStyle/>
        <a:p>
          <a:endParaRPr lang="en-GB"/>
        </a:p>
      </dgm:t>
    </dgm:pt>
    <dgm:pt modelId="{B7FC367F-6C1E-1F4E-B163-AC68DDCEF576}" type="parTrans" cxnId="{1464D017-2730-F145-9FF8-55AB24A2FD50}">
      <dgm:prSet/>
      <dgm:spPr/>
      <dgm:t>
        <a:bodyPr/>
        <a:lstStyle/>
        <a:p>
          <a:endParaRPr lang="en-GB"/>
        </a:p>
      </dgm:t>
    </dgm:pt>
    <dgm:pt modelId="{CFA8B211-3DC5-8A4C-BD62-51CD58AEDA97}">
      <dgm:prSet phldrT="[Text]" custT="1"/>
      <dgm:spPr>
        <a:solidFill>
          <a:schemeClr val="bg1">
            <a:alpha val="74945"/>
          </a:schemeClr>
        </a:solidFill>
      </dgm:spPr>
      <dgm:t>
        <a:bodyPr/>
        <a:lstStyle/>
        <a:p>
          <a:pPr algn="l"/>
          <a:r>
            <a:rPr lang="en-GB" sz="1400" i="1" dirty="0">
              <a:latin typeface="Arial" panose="020B0604020202020204" pitchFamily="34" charset="0"/>
              <a:cs typeface="Arial" panose="020B0604020202020204" pitchFamily="34" charset="0"/>
            </a:rPr>
            <a:t>Corresponds to an XML or HTML tag.</a:t>
          </a:r>
          <a:endParaRPr lang="en-GB" altLang="en-US" sz="1400" i="1" dirty="0">
            <a:latin typeface="Arial" panose="020B0604020202020204" pitchFamily="34" charset="0"/>
            <a:cs typeface="Arial" panose="020B0604020202020204" pitchFamily="34" charset="0"/>
          </a:endParaRPr>
        </a:p>
        <a:p>
          <a:pPr algn="l"/>
          <a:r>
            <a:rPr lang="en-GB" altLang="en-US" sz="1400" i="1" dirty="0">
              <a:latin typeface="Arial" panose="020B0604020202020204" pitchFamily="34" charset="0"/>
              <a:cs typeface="Arial" panose="020B0604020202020204" pitchFamily="34" charset="0"/>
            </a:rPr>
            <a:t>A tag may have any number of attributes. </a:t>
          </a:r>
        </a:p>
        <a:p>
          <a:pPr algn="l"/>
          <a:r>
            <a:rPr lang="en-GB" altLang="en-US" sz="1400" i="1" dirty="0">
              <a:solidFill>
                <a:schemeClr val="accent6">
                  <a:lumMod val="50000"/>
                </a:schemeClr>
              </a:solidFill>
              <a:latin typeface="Arial" panose="020B0604020202020204" pitchFamily="34" charset="0"/>
              <a:cs typeface="Arial" panose="020B0604020202020204" pitchFamily="34" charset="0"/>
            </a:rPr>
            <a:t>&lt;b id="boldest"&gt;</a:t>
          </a:r>
        </a:p>
        <a:p>
          <a:pPr algn="l"/>
          <a:r>
            <a:rPr lang="en-GB" altLang="en-US" sz="1400" i="1" dirty="0">
              <a:solidFill>
                <a:schemeClr val="accent6">
                  <a:lumMod val="50000"/>
                </a:schemeClr>
              </a:solidFill>
              <a:latin typeface="Arial" panose="020B0604020202020204" pitchFamily="34" charset="0"/>
              <a:cs typeface="Arial" panose="020B0604020202020204" pitchFamily="34" charset="0"/>
            </a:rPr>
            <a:t>- t</a:t>
          </a:r>
          <a:r>
            <a:rPr lang="en-GB" altLang="en-US" sz="1400" i="1" dirty="0">
              <a:solidFill>
                <a:schemeClr val="tx1"/>
              </a:solidFill>
              <a:latin typeface="Arial" panose="020B0604020202020204" pitchFamily="34" charset="0"/>
              <a:cs typeface="Arial" panose="020B0604020202020204" pitchFamily="34" charset="0"/>
            </a:rPr>
            <a:t>ag</a:t>
          </a:r>
          <a:r>
            <a:rPr lang="en-GB" altLang="en-US" sz="1400" i="1" dirty="0">
              <a:solidFill>
                <a:schemeClr val="accent6">
                  <a:lumMod val="50000"/>
                </a:schemeClr>
              </a:solidFill>
              <a:latin typeface="Arial" panose="020B0604020202020204" pitchFamily="34" charset="0"/>
              <a:cs typeface="Arial" panose="020B0604020202020204" pitchFamily="34" charset="0"/>
            </a:rPr>
            <a:t> ‘b’ </a:t>
          </a:r>
        </a:p>
        <a:p>
          <a:pPr algn="l"/>
          <a:r>
            <a:rPr lang="en-GB" altLang="en-US" sz="1400" i="1" dirty="0">
              <a:latin typeface="Arial" panose="020B0604020202020204" pitchFamily="34" charset="0"/>
              <a:cs typeface="Arial" panose="020B0604020202020204" pitchFamily="34" charset="0"/>
            </a:rPr>
            <a:t>- attribute </a:t>
          </a:r>
          <a:r>
            <a:rPr lang="en-GB" altLang="en-US" sz="1400" i="1" dirty="0">
              <a:solidFill>
                <a:schemeClr val="accent6">
                  <a:lumMod val="50000"/>
                </a:schemeClr>
              </a:solidFill>
              <a:latin typeface="Arial" panose="020B0604020202020204" pitchFamily="34" charset="0"/>
              <a:cs typeface="Arial" panose="020B0604020202020204" pitchFamily="34" charset="0"/>
            </a:rPr>
            <a:t>“id” </a:t>
          </a:r>
          <a:endParaRPr lang="en-GB" altLang="en-US" sz="1400" i="1" dirty="0">
            <a:latin typeface="Arial" panose="020B0604020202020204" pitchFamily="34" charset="0"/>
            <a:cs typeface="Arial" panose="020B0604020202020204" pitchFamily="34" charset="0"/>
          </a:endParaRPr>
        </a:p>
        <a:p>
          <a:pPr algn="l"/>
          <a:r>
            <a:rPr lang="en-GB" altLang="en-US" sz="1400" i="1" dirty="0">
              <a:latin typeface="Arial" panose="020B0604020202020204" pitchFamily="34" charset="0"/>
              <a:cs typeface="Arial" panose="020B0604020202020204" pitchFamily="34" charset="0"/>
            </a:rPr>
            <a:t>- value </a:t>
          </a:r>
          <a:r>
            <a:rPr lang="en-GB" altLang="en-US" sz="1400" i="1" dirty="0">
              <a:solidFill>
                <a:schemeClr val="accent6">
                  <a:lumMod val="50000"/>
                </a:schemeClr>
              </a:solidFill>
              <a:latin typeface="Arial" panose="020B0604020202020204" pitchFamily="34" charset="0"/>
              <a:cs typeface="Arial" panose="020B0604020202020204" pitchFamily="34" charset="0"/>
            </a:rPr>
            <a:t>“boldest”. </a:t>
          </a:r>
        </a:p>
        <a:p>
          <a:pPr algn="l"/>
          <a:r>
            <a:rPr lang="en-GB" altLang="en-US" sz="1400" i="1" dirty="0">
              <a:latin typeface="Arial" panose="020B0604020202020204" pitchFamily="34" charset="0"/>
              <a:cs typeface="Arial" panose="020B0604020202020204" pitchFamily="34" charset="0"/>
            </a:rPr>
            <a:t>You can access a tag’s attributes by treating the tag like a dictionary: </a:t>
          </a:r>
        </a:p>
        <a:p>
          <a:pPr algn="l"/>
          <a:r>
            <a:rPr lang="en-GB" altLang="en-US" sz="1400" i="1" dirty="0">
              <a:solidFill>
                <a:schemeClr val="accent6">
                  <a:lumMod val="75000"/>
                </a:schemeClr>
              </a:solidFill>
              <a:latin typeface="Arial" panose="020B0604020202020204" pitchFamily="34" charset="0"/>
              <a:cs typeface="Arial" panose="020B0604020202020204" pitchFamily="34" charset="0"/>
            </a:rPr>
            <a:t>tag['id’]</a:t>
          </a:r>
          <a:endParaRPr lang="en-GB" sz="1400" dirty="0"/>
        </a:p>
      </dgm:t>
    </dgm:pt>
    <dgm:pt modelId="{CE1EDEB4-5508-9D4D-8C2D-D57FE9772C51}" type="parTrans" cxnId="{86FC6463-B849-6C4B-9DD5-3F91BF7F3C5E}">
      <dgm:prSet/>
      <dgm:spPr/>
      <dgm:t>
        <a:bodyPr/>
        <a:lstStyle/>
        <a:p>
          <a:endParaRPr lang="en-GB"/>
        </a:p>
      </dgm:t>
    </dgm:pt>
    <dgm:pt modelId="{C03D69C0-1E24-A345-9260-3BB72048920C}" type="sibTrans" cxnId="{86FC6463-B849-6C4B-9DD5-3F91BF7F3C5E}">
      <dgm:prSet/>
      <dgm:spPr/>
      <dgm:t>
        <a:bodyPr/>
        <a:lstStyle/>
        <a:p>
          <a:endParaRPr lang="en-GB"/>
        </a:p>
      </dgm:t>
    </dgm:pt>
    <dgm:pt modelId="{DF9D04DD-217D-914B-B250-03B9F0DC10E7}">
      <dgm:prSet phldrT="[Text]" custT="1"/>
      <dgm:spPr>
        <a:solidFill>
          <a:schemeClr val="bg1">
            <a:alpha val="74945"/>
          </a:schemeClr>
        </a:solidFill>
      </dgm:spPr>
      <dgm:t>
        <a:bodyPr/>
        <a:lstStyle/>
        <a:p>
          <a:pPr algn="l"/>
          <a:r>
            <a:rPr lang="en-GB" altLang="en-US" sz="1400" i="1" dirty="0">
              <a:latin typeface="Arial" panose="020B0604020202020204" pitchFamily="34" charset="0"/>
              <a:cs typeface="Arial" panose="020B0604020202020204" pitchFamily="34" charset="0"/>
            </a:rPr>
            <a:t>Text with in the tag: </a:t>
          </a:r>
        </a:p>
        <a:p>
          <a:pPr algn="l"/>
          <a:r>
            <a:rPr lang="en-GB" altLang="en-US" sz="1400" i="1" dirty="0">
              <a:solidFill>
                <a:schemeClr val="accent6">
                  <a:lumMod val="50000"/>
                </a:schemeClr>
              </a:solidFill>
              <a:latin typeface="Arial" panose="020B0604020202020204" pitchFamily="34" charset="0"/>
              <a:cs typeface="Arial" panose="020B0604020202020204" pitchFamily="34" charset="0"/>
            </a:rPr>
            <a:t>tag = </a:t>
          </a:r>
          <a:r>
            <a:rPr lang="en-GB" altLang="en-US" sz="1400" i="1" dirty="0" err="1">
              <a:solidFill>
                <a:schemeClr val="accent6">
                  <a:lumMod val="50000"/>
                </a:schemeClr>
              </a:solidFill>
              <a:latin typeface="Arial" panose="020B0604020202020204" pitchFamily="34" charset="0"/>
              <a:cs typeface="Arial" panose="020B0604020202020204" pitchFamily="34" charset="0"/>
            </a:rPr>
            <a:t>soup.b</a:t>
          </a:r>
          <a:r>
            <a:rPr lang="en-GB" altLang="en-US" sz="1400" i="1" dirty="0">
              <a:solidFill>
                <a:schemeClr val="accent6">
                  <a:lumMod val="50000"/>
                </a:schemeClr>
              </a:solidFill>
              <a:latin typeface="Arial" panose="020B0604020202020204" pitchFamily="34" charset="0"/>
              <a:cs typeface="Arial" panose="020B0604020202020204" pitchFamily="34" charset="0"/>
            </a:rPr>
            <a:t>,  </a:t>
          </a:r>
          <a:r>
            <a:rPr lang="en-GB" altLang="en-US" sz="1400" i="1" dirty="0" err="1">
              <a:solidFill>
                <a:schemeClr val="accent6">
                  <a:lumMod val="50000"/>
                </a:schemeClr>
              </a:solidFill>
              <a:latin typeface="Arial" panose="020B0604020202020204" pitchFamily="34" charset="0"/>
              <a:cs typeface="Arial" panose="020B0604020202020204" pitchFamily="34" charset="0"/>
            </a:rPr>
            <a:t>tag.string</a:t>
          </a:r>
          <a:endParaRPr lang="en-GB" sz="1400" dirty="0"/>
        </a:p>
      </dgm:t>
    </dgm:pt>
    <dgm:pt modelId="{C9662E6E-CF5D-714D-9ABB-D76E7AFCC733}" type="parTrans" cxnId="{8B01712D-3402-EE47-B218-209CD3D20916}">
      <dgm:prSet/>
      <dgm:spPr/>
      <dgm:t>
        <a:bodyPr/>
        <a:lstStyle/>
        <a:p>
          <a:endParaRPr lang="en-GB"/>
        </a:p>
      </dgm:t>
    </dgm:pt>
    <dgm:pt modelId="{E867CD54-30B9-B547-A18B-9DA0D1C7002F}" type="sibTrans" cxnId="{8B01712D-3402-EE47-B218-209CD3D20916}">
      <dgm:prSet/>
      <dgm:spPr/>
      <dgm:t>
        <a:bodyPr/>
        <a:lstStyle/>
        <a:p>
          <a:endParaRPr lang="en-GB"/>
        </a:p>
      </dgm:t>
    </dgm:pt>
    <dgm:pt modelId="{D3E3B5D4-E59B-DB46-9C3A-42C6494EE2EA}">
      <dgm:prSet phldrT="[Text]" custT="1"/>
      <dgm:spPr>
        <a:solidFill>
          <a:schemeClr val="bg1">
            <a:alpha val="74945"/>
          </a:schemeClr>
        </a:solidFill>
      </dgm:spPr>
      <dgm:t>
        <a:bodyPr/>
        <a:lstStyle/>
        <a:p>
          <a:pPr algn="l"/>
          <a:r>
            <a:rPr lang="en-GB" altLang="en-US" sz="1400" i="1" dirty="0">
              <a:latin typeface="Arial" panose="020B0604020202020204" pitchFamily="34" charset="0"/>
              <a:cs typeface="Arial" panose="020B0604020202020204" pitchFamily="34" charset="0"/>
            </a:rPr>
            <a:t>Beautiful Soup defines a lot of methods for searching the parse tree:</a:t>
          </a:r>
        </a:p>
        <a:p>
          <a:pPr algn="l"/>
          <a:r>
            <a:rPr lang="en-GB" altLang="en-US" sz="1400" b="1" i="1" dirty="0">
              <a:solidFill>
                <a:schemeClr val="accent6">
                  <a:lumMod val="50000"/>
                </a:schemeClr>
              </a:solidFill>
              <a:latin typeface="Arial" panose="020B0604020202020204" pitchFamily="34" charset="0"/>
              <a:cs typeface="Arial" panose="020B0604020202020204" pitchFamily="34" charset="0"/>
            </a:rPr>
            <a:t>find()</a:t>
          </a:r>
        </a:p>
        <a:p>
          <a:pPr algn="l"/>
          <a:r>
            <a:rPr lang="en-GB" altLang="en-US" sz="1400" b="1" i="1" dirty="0" err="1">
              <a:solidFill>
                <a:schemeClr val="accent6">
                  <a:lumMod val="50000"/>
                </a:schemeClr>
              </a:solidFill>
              <a:latin typeface="Arial" panose="020B0604020202020204" pitchFamily="34" charset="0"/>
              <a:cs typeface="Arial" panose="020B0604020202020204" pitchFamily="34" charset="0"/>
            </a:rPr>
            <a:t>find_all</a:t>
          </a:r>
          <a:r>
            <a:rPr lang="en-GB" altLang="en-US" sz="1400" b="1" i="1" dirty="0">
              <a:solidFill>
                <a:schemeClr val="accent6">
                  <a:lumMod val="50000"/>
                </a:schemeClr>
              </a:solidFill>
              <a:latin typeface="Arial" panose="020B0604020202020204" pitchFamily="34" charset="0"/>
              <a:cs typeface="Arial" panose="020B0604020202020204" pitchFamily="34" charset="0"/>
            </a:rPr>
            <a:t>()</a:t>
          </a:r>
        </a:p>
        <a:p>
          <a:pPr algn="l"/>
          <a:r>
            <a:rPr lang="en-GB" sz="1400" b="1" i="1" dirty="0" err="1">
              <a:solidFill>
                <a:schemeClr val="accent6">
                  <a:lumMod val="50000"/>
                </a:schemeClr>
              </a:solidFill>
              <a:latin typeface="Arial" panose="020B0604020202020204" pitchFamily="34" charset="0"/>
              <a:cs typeface="Arial" panose="020B0604020202020204" pitchFamily="34" charset="0"/>
            </a:rPr>
            <a:t>find_text</a:t>
          </a:r>
          <a:r>
            <a:rPr lang="en-GB" sz="1400" b="1" i="1" dirty="0">
              <a:solidFill>
                <a:schemeClr val="accent6">
                  <a:lumMod val="50000"/>
                </a:schemeClr>
              </a:solidFill>
              <a:latin typeface="Arial" panose="020B0604020202020204" pitchFamily="34" charset="0"/>
              <a:cs typeface="Arial" panose="020B0604020202020204" pitchFamily="34" charset="0"/>
            </a:rPr>
            <a:t>()</a:t>
          </a:r>
          <a:endParaRPr lang="en-GB" sz="1400" dirty="0"/>
        </a:p>
      </dgm:t>
    </dgm:pt>
    <dgm:pt modelId="{A43ABF43-0B7C-8243-8565-A8FBA7DFAECC}" type="parTrans" cxnId="{D75C2D2E-9BF7-0246-877F-D0F53A20B745}">
      <dgm:prSet/>
      <dgm:spPr/>
      <dgm:t>
        <a:bodyPr/>
        <a:lstStyle/>
        <a:p>
          <a:endParaRPr lang="en-GB"/>
        </a:p>
      </dgm:t>
    </dgm:pt>
    <dgm:pt modelId="{115D44A6-8234-4040-8CB4-9D76A5D72A2F}" type="sibTrans" cxnId="{D75C2D2E-9BF7-0246-877F-D0F53A20B745}">
      <dgm:prSet/>
      <dgm:spPr/>
      <dgm:t>
        <a:bodyPr/>
        <a:lstStyle/>
        <a:p>
          <a:endParaRPr lang="en-GB"/>
        </a:p>
      </dgm:t>
    </dgm:pt>
    <dgm:pt modelId="{331AC3BF-DAC7-BF47-951B-1D54F0EBEA8F}">
      <dgm:prSet phldrT="[Text]" custT="1"/>
      <dgm:spPr>
        <a:solidFill>
          <a:schemeClr val="bg1">
            <a:alpha val="74945"/>
          </a:schemeClr>
        </a:solidFill>
      </dgm:spPr>
      <dgm:t>
        <a:bodyPr/>
        <a:lstStyle/>
        <a:p>
          <a:pPr algn="l"/>
          <a:r>
            <a:rPr lang="en-GB" altLang="en-US" sz="1400" i="1" dirty="0">
              <a:latin typeface="Arial" panose="020B0604020202020204" pitchFamily="34" charset="0"/>
              <a:cs typeface="Arial" panose="020B0604020202020204" pitchFamily="34" charset="0"/>
            </a:rPr>
            <a:t>An HTML comment begins with</a:t>
          </a:r>
          <a:r>
            <a:rPr lang="en-GB" altLang="en-US" sz="1400" i="1" dirty="0">
              <a:solidFill>
                <a:srgbClr val="008281"/>
              </a:solidFill>
              <a:latin typeface="Arial" panose="020B0604020202020204" pitchFamily="34" charset="0"/>
              <a:cs typeface="Arial" panose="020B0604020202020204" pitchFamily="34" charset="0"/>
            </a:rPr>
            <a:t> </a:t>
          </a:r>
        </a:p>
        <a:p>
          <a:pPr algn="l"/>
          <a:r>
            <a:rPr lang="en-GB" altLang="en-US" sz="1400" i="1" dirty="0">
              <a:solidFill>
                <a:schemeClr val="accent6">
                  <a:lumMod val="75000"/>
                </a:schemeClr>
              </a:solidFill>
              <a:latin typeface="Arial" panose="020B0604020202020204" pitchFamily="34" charset="0"/>
              <a:cs typeface="Arial" panose="020B0604020202020204" pitchFamily="34" charset="0"/>
            </a:rPr>
            <a:t>&lt;! –– and the comment closes with ––&gt;</a:t>
          </a:r>
          <a:endParaRPr lang="en-GB" sz="1400" dirty="0"/>
        </a:p>
      </dgm:t>
    </dgm:pt>
    <dgm:pt modelId="{ACC19E94-40E2-F242-8990-A849E4AD7135}" type="parTrans" cxnId="{1BC04BA5-2E7D-414F-A0B0-FFCE5B0389E8}">
      <dgm:prSet/>
      <dgm:spPr/>
      <dgm:t>
        <a:bodyPr/>
        <a:lstStyle/>
        <a:p>
          <a:endParaRPr lang="en-GB"/>
        </a:p>
      </dgm:t>
    </dgm:pt>
    <dgm:pt modelId="{60193CDF-39FD-FB41-AC7B-E35E4070312D}" type="sibTrans" cxnId="{1BC04BA5-2E7D-414F-A0B0-FFCE5B0389E8}">
      <dgm:prSet/>
      <dgm:spPr/>
      <dgm:t>
        <a:bodyPr/>
        <a:lstStyle/>
        <a:p>
          <a:endParaRPr lang="en-GB"/>
        </a:p>
      </dgm:t>
    </dgm:pt>
    <dgm:pt modelId="{01D10916-0625-D94B-AA7D-4DF7897FA697}" type="pres">
      <dgm:prSet presAssocID="{3256F347-1D27-B74E-95F8-F2629AB96C98}" presName="hierChild1" presStyleCnt="0">
        <dgm:presLayoutVars>
          <dgm:orgChart val="1"/>
          <dgm:chPref val="1"/>
          <dgm:dir/>
          <dgm:animOne val="branch"/>
          <dgm:animLvl val="lvl"/>
          <dgm:resizeHandles/>
        </dgm:presLayoutVars>
      </dgm:prSet>
      <dgm:spPr/>
    </dgm:pt>
    <dgm:pt modelId="{ED6D890F-4F89-F54F-AD70-5D8CCE474388}" type="pres">
      <dgm:prSet presAssocID="{21B26D16-1FDB-F947-A08F-EAD8A863177D}" presName="hierRoot1" presStyleCnt="0">
        <dgm:presLayoutVars>
          <dgm:hierBranch val="init"/>
        </dgm:presLayoutVars>
      </dgm:prSet>
      <dgm:spPr/>
    </dgm:pt>
    <dgm:pt modelId="{51DC5493-41A0-E840-A7AF-8DB44B0DCB18}" type="pres">
      <dgm:prSet presAssocID="{21B26D16-1FDB-F947-A08F-EAD8A863177D}" presName="rootComposite1" presStyleCnt="0"/>
      <dgm:spPr/>
    </dgm:pt>
    <dgm:pt modelId="{0885AD89-DF6D-5F48-AE3F-7E8FDFAB26DE}" type="pres">
      <dgm:prSet presAssocID="{21B26D16-1FDB-F947-A08F-EAD8A863177D}" presName="rootText1" presStyleLbl="node0" presStyleIdx="0" presStyleCnt="4">
        <dgm:presLayoutVars>
          <dgm:chPref val="3"/>
        </dgm:presLayoutVars>
      </dgm:prSet>
      <dgm:spPr/>
    </dgm:pt>
    <dgm:pt modelId="{4A89D74C-F31C-2F41-825E-0C6F7CB235E5}" type="pres">
      <dgm:prSet presAssocID="{21B26D16-1FDB-F947-A08F-EAD8A863177D}" presName="rootConnector1" presStyleLbl="node1" presStyleIdx="0" presStyleCnt="0"/>
      <dgm:spPr/>
    </dgm:pt>
    <dgm:pt modelId="{B631D310-A170-4842-A78A-7C007A05558E}" type="pres">
      <dgm:prSet presAssocID="{21B26D16-1FDB-F947-A08F-EAD8A863177D}" presName="hierChild2" presStyleCnt="0"/>
      <dgm:spPr/>
    </dgm:pt>
    <dgm:pt modelId="{AE18481F-D896-6A4E-B1C9-A81C14282396}" type="pres">
      <dgm:prSet presAssocID="{CE1EDEB4-5508-9D4D-8C2D-D57FE9772C51}" presName="Name37" presStyleLbl="parChTrans1D2" presStyleIdx="0" presStyleCnt="4"/>
      <dgm:spPr/>
    </dgm:pt>
    <dgm:pt modelId="{ECBE1B15-765A-4B4D-B1CD-78154AE44779}" type="pres">
      <dgm:prSet presAssocID="{CFA8B211-3DC5-8A4C-BD62-51CD58AEDA97}" presName="hierRoot2" presStyleCnt="0">
        <dgm:presLayoutVars>
          <dgm:hierBranch val="init"/>
        </dgm:presLayoutVars>
      </dgm:prSet>
      <dgm:spPr/>
    </dgm:pt>
    <dgm:pt modelId="{83897DB1-44DA-9743-9B43-A945E779C044}" type="pres">
      <dgm:prSet presAssocID="{CFA8B211-3DC5-8A4C-BD62-51CD58AEDA97}" presName="rootComposite" presStyleCnt="0"/>
      <dgm:spPr/>
    </dgm:pt>
    <dgm:pt modelId="{8C80AB8F-C675-104F-8778-44468533DFF9}" type="pres">
      <dgm:prSet presAssocID="{CFA8B211-3DC5-8A4C-BD62-51CD58AEDA97}" presName="rootText" presStyleLbl="node2" presStyleIdx="0" presStyleCnt="4" custScaleX="180127" custScaleY="359217">
        <dgm:presLayoutVars>
          <dgm:chPref val="3"/>
        </dgm:presLayoutVars>
      </dgm:prSet>
      <dgm:spPr/>
    </dgm:pt>
    <dgm:pt modelId="{9CAE7CF2-DF12-584A-967D-FA46ABB39532}" type="pres">
      <dgm:prSet presAssocID="{CFA8B211-3DC5-8A4C-BD62-51CD58AEDA97}" presName="rootConnector" presStyleLbl="node2" presStyleIdx="0" presStyleCnt="4"/>
      <dgm:spPr/>
    </dgm:pt>
    <dgm:pt modelId="{0CEB56C0-337A-A24F-BCD9-B0BAC4348287}" type="pres">
      <dgm:prSet presAssocID="{CFA8B211-3DC5-8A4C-BD62-51CD58AEDA97}" presName="hierChild4" presStyleCnt="0"/>
      <dgm:spPr/>
    </dgm:pt>
    <dgm:pt modelId="{07DFDF45-3320-1848-B384-02454645F742}" type="pres">
      <dgm:prSet presAssocID="{CFA8B211-3DC5-8A4C-BD62-51CD58AEDA97}" presName="hierChild5" presStyleCnt="0"/>
      <dgm:spPr/>
    </dgm:pt>
    <dgm:pt modelId="{A1F1D9D3-5FC6-E242-8751-2FFE147BF665}" type="pres">
      <dgm:prSet presAssocID="{21B26D16-1FDB-F947-A08F-EAD8A863177D}" presName="hierChild3" presStyleCnt="0"/>
      <dgm:spPr/>
    </dgm:pt>
    <dgm:pt modelId="{F3E98E3A-4CD3-D448-9C31-ED44256EC8A0}" type="pres">
      <dgm:prSet presAssocID="{26C9592D-18E8-AA4F-A68F-2EC2CEE0582A}" presName="hierRoot1" presStyleCnt="0">
        <dgm:presLayoutVars>
          <dgm:hierBranch val="init"/>
        </dgm:presLayoutVars>
      </dgm:prSet>
      <dgm:spPr/>
    </dgm:pt>
    <dgm:pt modelId="{12EBC507-C4D0-F947-AFEA-B412050A5E49}" type="pres">
      <dgm:prSet presAssocID="{26C9592D-18E8-AA4F-A68F-2EC2CEE0582A}" presName="rootComposite1" presStyleCnt="0"/>
      <dgm:spPr/>
    </dgm:pt>
    <dgm:pt modelId="{66E8E5A1-0A34-1947-819F-27592241BF87}" type="pres">
      <dgm:prSet presAssocID="{26C9592D-18E8-AA4F-A68F-2EC2CEE0582A}" presName="rootText1" presStyleLbl="node0" presStyleIdx="1" presStyleCnt="4">
        <dgm:presLayoutVars>
          <dgm:chPref val="3"/>
        </dgm:presLayoutVars>
      </dgm:prSet>
      <dgm:spPr/>
    </dgm:pt>
    <dgm:pt modelId="{F8FBF102-06D0-6B42-82BB-FC017251CA14}" type="pres">
      <dgm:prSet presAssocID="{26C9592D-18E8-AA4F-A68F-2EC2CEE0582A}" presName="rootConnector1" presStyleLbl="node1" presStyleIdx="0" presStyleCnt="0"/>
      <dgm:spPr/>
    </dgm:pt>
    <dgm:pt modelId="{A9732CE5-6DE2-2A40-A0D5-4D6CA1C8FD98}" type="pres">
      <dgm:prSet presAssocID="{26C9592D-18E8-AA4F-A68F-2EC2CEE0582A}" presName="hierChild2" presStyleCnt="0"/>
      <dgm:spPr/>
    </dgm:pt>
    <dgm:pt modelId="{15479675-6C2E-3245-B792-857AFB208BF8}" type="pres">
      <dgm:prSet presAssocID="{C9662E6E-CF5D-714D-9ABB-D76E7AFCC733}" presName="Name37" presStyleLbl="parChTrans1D2" presStyleIdx="1" presStyleCnt="4"/>
      <dgm:spPr/>
    </dgm:pt>
    <dgm:pt modelId="{B93DC8EA-F0EE-4D42-BA2F-10CAF26BF06E}" type="pres">
      <dgm:prSet presAssocID="{DF9D04DD-217D-914B-B250-03B9F0DC10E7}" presName="hierRoot2" presStyleCnt="0">
        <dgm:presLayoutVars>
          <dgm:hierBranch val="init"/>
        </dgm:presLayoutVars>
      </dgm:prSet>
      <dgm:spPr/>
    </dgm:pt>
    <dgm:pt modelId="{82F9D23B-2DDE-B741-92B4-807C3736A7E3}" type="pres">
      <dgm:prSet presAssocID="{DF9D04DD-217D-914B-B250-03B9F0DC10E7}" presName="rootComposite" presStyleCnt="0"/>
      <dgm:spPr/>
    </dgm:pt>
    <dgm:pt modelId="{51A7C7D1-A53E-CD4E-BBFB-77264728695E}" type="pres">
      <dgm:prSet presAssocID="{DF9D04DD-217D-914B-B250-03B9F0DC10E7}" presName="rootText" presStyleLbl="node2" presStyleIdx="1" presStyleCnt="4" custScaleX="123003" custScaleY="194595">
        <dgm:presLayoutVars>
          <dgm:chPref val="3"/>
        </dgm:presLayoutVars>
      </dgm:prSet>
      <dgm:spPr/>
    </dgm:pt>
    <dgm:pt modelId="{EA80D90D-83E5-484D-9AB2-B7C648AA7AD9}" type="pres">
      <dgm:prSet presAssocID="{DF9D04DD-217D-914B-B250-03B9F0DC10E7}" presName="rootConnector" presStyleLbl="node2" presStyleIdx="1" presStyleCnt="4"/>
      <dgm:spPr/>
    </dgm:pt>
    <dgm:pt modelId="{A1B047D7-8D18-B04D-9C65-241AE53C67D3}" type="pres">
      <dgm:prSet presAssocID="{DF9D04DD-217D-914B-B250-03B9F0DC10E7}" presName="hierChild4" presStyleCnt="0"/>
      <dgm:spPr/>
    </dgm:pt>
    <dgm:pt modelId="{0DA7AF5B-8AB8-BB49-9B3C-405C9E922BD5}" type="pres">
      <dgm:prSet presAssocID="{DF9D04DD-217D-914B-B250-03B9F0DC10E7}" presName="hierChild5" presStyleCnt="0"/>
      <dgm:spPr/>
    </dgm:pt>
    <dgm:pt modelId="{38C63A15-F097-AE47-9360-D93FB88DDEC9}" type="pres">
      <dgm:prSet presAssocID="{26C9592D-18E8-AA4F-A68F-2EC2CEE0582A}" presName="hierChild3" presStyleCnt="0"/>
      <dgm:spPr/>
    </dgm:pt>
    <dgm:pt modelId="{54C96124-CD45-7542-8FD5-1FA159DE68DA}" type="pres">
      <dgm:prSet presAssocID="{F728066F-E51A-A74C-A148-F87AB51C9A11}" presName="hierRoot1" presStyleCnt="0">
        <dgm:presLayoutVars>
          <dgm:hierBranch val="init"/>
        </dgm:presLayoutVars>
      </dgm:prSet>
      <dgm:spPr/>
    </dgm:pt>
    <dgm:pt modelId="{C9780BFB-DB3D-EE42-929F-833294C0FA61}" type="pres">
      <dgm:prSet presAssocID="{F728066F-E51A-A74C-A148-F87AB51C9A11}" presName="rootComposite1" presStyleCnt="0"/>
      <dgm:spPr/>
    </dgm:pt>
    <dgm:pt modelId="{6CBB6FCD-6A35-7C42-86D0-7DEA3601A72C}" type="pres">
      <dgm:prSet presAssocID="{F728066F-E51A-A74C-A148-F87AB51C9A11}" presName="rootText1" presStyleLbl="node0" presStyleIdx="2" presStyleCnt="4">
        <dgm:presLayoutVars>
          <dgm:chPref val="3"/>
        </dgm:presLayoutVars>
      </dgm:prSet>
      <dgm:spPr/>
    </dgm:pt>
    <dgm:pt modelId="{C75F0701-8DF5-DA49-9B7C-2E1501615203}" type="pres">
      <dgm:prSet presAssocID="{F728066F-E51A-A74C-A148-F87AB51C9A11}" presName="rootConnector1" presStyleLbl="node1" presStyleIdx="0" presStyleCnt="0"/>
      <dgm:spPr/>
    </dgm:pt>
    <dgm:pt modelId="{01630A25-42CD-D347-9C8D-A9EEE0DB7182}" type="pres">
      <dgm:prSet presAssocID="{F728066F-E51A-A74C-A148-F87AB51C9A11}" presName="hierChild2" presStyleCnt="0"/>
      <dgm:spPr/>
    </dgm:pt>
    <dgm:pt modelId="{B96D624D-6885-4F44-9F97-76E4F23E63B0}" type="pres">
      <dgm:prSet presAssocID="{A43ABF43-0B7C-8243-8565-A8FBA7DFAECC}" presName="Name37" presStyleLbl="parChTrans1D2" presStyleIdx="2" presStyleCnt="4"/>
      <dgm:spPr/>
    </dgm:pt>
    <dgm:pt modelId="{1761DB34-0044-B249-AECD-C33F32644805}" type="pres">
      <dgm:prSet presAssocID="{D3E3B5D4-E59B-DB46-9C3A-42C6494EE2EA}" presName="hierRoot2" presStyleCnt="0">
        <dgm:presLayoutVars>
          <dgm:hierBranch val="init"/>
        </dgm:presLayoutVars>
      </dgm:prSet>
      <dgm:spPr/>
    </dgm:pt>
    <dgm:pt modelId="{81652DFD-A750-5F43-9977-6FCDB4395AF6}" type="pres">
      <dgm:prSet presAssocID="{D3E3B5D4-E59B-DB46-9C3A-42C6494EE2EA}" presName="rootComposite" presStyleCnt="0"/>
      <dgm:spPr/>
    </dgm:pt>
    <dgm:pt modelId="{DBA575D7-B306-6340-A19E-DD1AF57CF4EC}" type="pres">
      <dgm:prSet presAssocID="{D3E3B5D4-E59B-DB46-9C3A-42C6494EE2EA}" presName="rootText" presStyleLbl="node2" presStyleIdx="2" presStyleCnt="4" custScaleX="135734" custScaleY="231470" custLinFactNeighborX="87" custLinFactNeighborY="2590">
        <dgm:presLayoutVars>
          <dgm:chPref val="3"/>
        </dgm:presLayoutVars>
      </dgm:prSet>
      <dgm:spPr/>
    </dgm:pt>
    <dgm:pt modelId="{6748963C-8882-D04C-8741-08C72444E5A0}" type="pres">
      <dgm:prSet presAssocID="{D3E3B5D4-E59B-DB46-9C3A-42C6494EE2EA}" presName="rootConnector" presStyleLbl="node2" presStyleIdx="2" presStyleCnt="4"/>
      <dgm:spPr/>
    </dgm:pt>
    <dgm:pt modelId="{B7B821A4-EF0F-0D48-B8FA-067E47C81979}" type="pres">
      <dgm:prSet presAssocID="{D3E3B5D4-E59B-DB46-9C3A-42C6494EE2EA}" presName="hierChild4" presStyleCnt="0"/>
      <dgm:spPr/>
    </dgm:pt>
    <dgm:pt modelId="{9EECCA9D-13C6-274F-AD2C-EB4A65FF4E06}" type="pres">
      <dgm:prSet presAssocID="{D3E3B5D4-E59B-DB46-9C3A-42C6494EE2EA}" presName="hierChild5" presStyleCnt="0"/>
      <dgm:spPr/>
    </dgm:pt>
    <dgm:pt modelId="{A72E45D1-A49F-2C4D-82CF-CA05F70077A0}" type="pres">
      <dgm:prSet presAssocID="{F728066F-E51A-A74C-A148-F87AB51C9A11}" presName="hierChild3" presStyleCnt="0"/>
      <dgm:spPr/>
    </dgm:pt>
    <dgm:pt modelId="{5088C3B6-9045-2649-ADA0-3B175CFFA45E}" type="pres">
      <dgm:prSet presAssocID="{9A44DF9E-D913-2C44-8478-E9EE593E74E0}" presName="hierRoot1" presStyleCnt="0">
        <dgm:presLayoutVars>
          <dgm:hierBranch val="init"/>
        </dgm:presLayoutVars>
      </dgm:prSet>
      <dgm:spPr/>
    </dgm:pt>
    <dgm:pt modelId="{555BCED8-FE55-4D4F-8712-009B6765B3F2}" type="pres">
      <dgm:prSet presAssocID="{9A44DF9E-D913-2C44-8478-E9EE593E74E0}" presName="rootComposite1" presStyleCnt="0"/>
      <dgm:spPr/>
    </dgm:pt>
    <dgm:pt modelId="{7CFC849F-4BE7-EF40-B89E-2EC46B6926AD}" type="pres">
      <dgm:prSet presAssocID="{9A44DF9E-D913-2C44-8478-E9EE593E74E0}" presName="rootText1" presStyleLbl="node0" presStyleIdx="3" presStyleCnt="4">
        <dgm:presLayoutVars>
          <dgm:chPref val="3"/>
        </dgm:presLayoutVars>
      </dgm:prSet>
      <dgm:spPr/>
    </dgm:pt>
    <dgm:pt modelId="{5BD020C4-7E94-B746-AEAE-20E0F4D8731A}" type="pres">
      <dgm:prSet presAssocID="{9A44DF9E-D913-2C44-8478-E9EE593E74E0}" presName="rootConnector1" presStyleLbl="node1" presStyleIdx="0" presStyleCnt="0"/>
      <dgm:spPr/>
    </dgm:pt>
    <dgm:pt modelId="{0517C912-689A-5D4F-9E56-E22644E44E14}" type="pres">
      <dgm:prSet presAssocID="{9A44DF9E-D913-2C44-8478-E9EE593E74E0}" presName="hierChild2" presStyleCnt="0"/>
      <dgm:spPr/>
    </dgm:pt>
    <dgm:pt modelId="{1CA069D3-9204-4E49-B89B-BFC8C8BF71E8}" type="pres">
      <dgm:prSet presAssocID="{ACC19E94-40E2-F242-8990-A849E4AD7135}" presName="Name37" presStyleLbl="parChTrans1D2" presStyleIdx="3" presStyleCnt="4"/>
      <dgm:spPr/>
    </dgm:pt>
    <dgm:pt modelId="{7370F50E-D402-D248-8113-FFEA3510BF68}" type="pres">
      <dgm:prSet presAssocID="{331AC3BF-DAC7-BF47-951B-1D54F0EBEA8F}" presName="hierRoot2" presStyleCnt="0">
        <dgm:presLayoutVars>
          <dgm:hierBranch val="init"/>
        </dgm:presLayoutVars>
      </dgm:prSet>
      <dgm:spPr/>
    </dgm:pt>
    <dgm:pt modelId="{E225F062-CD7F-E948-B857-348E2FC07D59}" type="pres">
      <dgm:prSet presAssocID="{331AC3BF-DAC7-BF47-951B-1D54F0EBEA8F}" presName="rootComposite" presStyleCnt="0"/>
      <dgm:spPr/>
    </dgm:pt>
    <dgm:pt modelId="{1526C392-CCFA-0C48-BD3B-33E5235DEE1A}" type="pres">
      <dgm:prSet presAssocID="{331AC3BF-DAC7-BF47-951B-1D54F0EBEA8F}" presName="rootText" presStyleLbl="node2" presStyleIdx="3" presStyleCnt="4" custScaleY="197157">
        <dgm:presLayoutVars>
          <dgm:chPref val="3"/>
        </dgm:presLayoutVars>
      </dgm:prSet>
      <dgm:spPr/>
    </dgm:pt>
    <dgm:pt modelId="{33679F7E-1F8A-7041-A5D2-236B6C5FB581}" type="pres">
      <dgm:prSet presAssocID="{331AC3BF-DAC7-BF47-951B-1D54F0EBEA8F}" presName="rootConnector" presStyleLbl="node2" presStyleIdx="3" presStyleCnt="4"/>
      <dgm:spPr/>
    </dgm:pt>
    <dgm:pt modelId="{11664DB3-914F-D444-82CC-4337C73DBDEE}" type="pres">
      <dgm:prSet presAssocID="{331AC3BF-DAC7-BF47-951B-1D54F0EBEA8F}" presName="hierChild4" presStyleCnt="0"/>
      <dgm:spPr/>
    </dgm:pt>
    <dgm:pt modelId="{1EB8A731-04EA-4A4E-9FB1-3C6685D8E675}" type="pres">
      <dgm:prSet presAssocID="{331AC3BF-DAC7-BF47-951B-1D54F0EBEA8F}" presName="hierChild5" presStyleCnt="0"/>
      <dgm:spPr/>
    </dgm:pt>
    <dgm:pt modelId="{A4E815D1-58BF-0B4B-A2A0-C1DEE929B4CE}" type="pres">
      <dgm:prSet presAssocID="{9A44DF9E-D913-2C44-8478-E9EE593E74E0}" presName="hierChild3" presStyleCnt="0"/>
      <dgm:spPr/>
    </dgm:pt>
  </dgm:ptLst>
  <dgm:cxnLst>
    <dgm:cxn modelId="{D792CA03-B78E-4140-9D76-E207E6C23A68}" srcId="{3256F347-1D27-B74E-95F8-F2629AB96C98}" destId="{9A44DF9E-D913-2C44-8478-E9EE593E74E0}" srcOrd="3" destOrd="0" parTransId="{8C934A0E-2367-AC4E-AAC1-843610C2E0B6}" sibTransId="{B7EBB9DD-EEB0-F94D-B13C-9E30A71A2A81}"/>
    <dgm:cxn modelId="{48E60906-6288-0D40-B850-FE4E5257143E}" type="presOf" srcId="{26C9592D-18E8-AA4F-A68F-2EC2CEE0582A}" destId="{66E8E5A1-0A34-1947-819F-27592241BF87}" srcOrd="0" destOrd="0" presId="urn:microsoft.com/office/officeart/2005/8/layout/orgChart1"/>
    <dgm:cxn modelId="{B6FFD00E-2FEA-0B43-B0BB-2BF1ADCE07A5}" type="presOf" srcId="{DF9D04DD-217D-914B-B250-03B9F0DC10E7}" destId="{EA80D90D-83E5-484D-9AB2-B7C648AA7AD9}" srcOrd="1" destOrd="0" presId="urn:microsoft.com/office/officeart/2005/8/layout/orgChart1"/>
    <dgm:cxn modelId="{1464D017-2730-F145-9FF8-55AB24A2FD50}" srcId="{3256F347-1D27-B74E-95F8-F2629AB96C98}" destId="{26C9592D-18E8-AA4F-A68F-2EC2CEE0582A}" srcOrd="1" destOrd="0" parTransId="{B7FC367F-6C1E-1F4E-B163-AC68DDCEF576}" sibTransId="{5514044E-2555-B74A-9D64-9083EB9B6016}"/>
    <dgm:cxn modelId="{A06A9119-5EC9-9A41-A5A1-86274FDA1D84}" type="presOf" srcId="{21B26D16-1FDB-F947-A08F-EAD8A863177D}" destId="{4A89D74C-F31C-2F41-825E-0C6F7CB235E5}" srcOrd="1" destOrd="0" presId="urn:microsoft.com/office/officeart/2005/8/layout/orgChart1"/>
    <dgm:cxn modelId="{2DBD9328-0F8C-A34F-9732-1D9567B9591D}" type="presOf" srcId="{CFA8B211-3DC5-8A4C-BD62-51CD58AEDA97}" destId="{9CAE7CF2-DF12-584A-967D-FA46ABB39532}" srcOrd="1" destOrd="0" presId="urn:microsoft.com/office/officeart/2005/8/layout/orgChart1"/>
    <dgm:cxn modelId="{8B01712D-3402-EE47-B218-209CD3D20916}" srcId="{26C9592D-18E8-AA4F-A68F-2EC2CEE0582A}" destId="{DF9D04DD-217D-914B-B250-03B9F0DC10E7}" srcOrd="0" destOrd="0" parTransId="{C9662E6E-CF5D-714D-9ABB-D76E7AFCC733}" sibTransId="{E867CD54-30B9-B547-A18B-9DA0D1C7002F}"/>
    <dgm:cxn modelId="{D75C2D2E-9BF7-0246-877F-D0F53A20B745}" srcId="{F728066F-E51A-A74C-A148-F87AB51C9A11}" destId="{D3E3B5D4-E59B-DB46-9C3A-42C6494EE2EA}" srcOrd="0" destOrd="0" parTransId="{A43ABF43-0B7C-8243-8565-A8FBA7DFAECC}" sibTransId="{115D44A6-8234-4040-8CB4-9D76A5D72A2F}"/>
    <dgm:cxn modelId="{5988D536-4570-F848-87C6-E152BB7B9A07}" type="presOf" srcId="{CE1EDEB4-5508-9D4D-8C2D-D57FE9772C51}" destId="{AE18481F-D896-6A4E-B1C9-A81C14282396}" srcOrd="0" destOrd="0" presId="urn:microsoft.com/office/officeart/2005/8/layout/orgChart1"/>
    <dgm:cxn modelId="{220BBE44-99BA-AE4E-AD7C-80F8E40A16BB}" type="presOf" srcId="{F728066F-E51A-A74C-A148-F87AB51C9A11}" destId="{6CBB6FCD-6A35-7C42-86D0-7DEA3601A72C}" srcOrd="0" destOrd="0" presId="urn:microsoft.com/office/officeart/2005/8/layout/orgChart1"/>
    <dgm:cxn modelId="{17AFCD4D-770B-5C48-8ECD-B6ACDD355DB3}" type="presOf" srcId="{DF9D04DD-217D-914B-B250-03B9F0DC10E7}" destId="{51A7C7D1-A53E-CD4E-BBFB-77264728695E}" srcOrd="0" destOrd="0" presId="urn:microsoft.com/office/officeart/2005/8/layout/orgChart1"/>
    <dgm:cxn modelId="{7C635C5A-6FFF-2F4C-86FD-487748B3D9F6}" type="presOf" srcId="{3256F347-1D27-B74E-95F8-F2629AB96C98}" destId="{01D10916-0625-D94B-AA7D-4DF7897FA697}" srcOrd="0" destOrd="0" presId="urn:microsoft.com/office/officeart/2005/8/layout/orgChart1"/>
    <dgm:cxn modelId="{BEF73A63-773A-E94F-A3D2-4F5F7C8D4D62}" srcId="{3256F347-1D27-B74E-95F8-F2629AB96C98}" destId="{F728066F-E51A-A74C-A148-F87AB51C9A11}" srcOrd="2" destOrd="0" parTransId="{892EDDB1-FEFC-2E4E-9F83-3B8E6F3839A8}" sibTransId="{9B3E2F7B-32FF-6043-807B-309EF896D517}"/>
    <dgm:cxn modelId="{86FC6463-B849-6C4B-9DD5-3F91BF7F3C5E}" srcId="{21B26D16-1FDB-F947-A08F-EAD8A863177D}" destId="{CFA8B211-3DC5-8A4C-BD62-51CD58AEDA97}" srcOrd="0" destOrd="0" parTransId="{CE1EDEB4-5508-9D4D-8C2D-D57FE9772C51}" sibTransId="{C03D69C0-1E24-A345-9260-3BB72048920C}"/>
    <dgm:cxn modelId="{4CB8F063-5C6F-4443-A355-C492184561A6}" type="presOf" srcId="{331AC3BF-DAC7-BF47-951B-1D54F0EBEA8F}" destId="{33679F7E-1F8A-7041-A5D2-236B6C5FB581}" srcOrd="1" destOrd="0" presId="urn:microsoft.com/office/officeart/2005/8/layout/orgChart1"/>
    <dgm:cxn modelId="{C34C7B6B-F789-3D4D-989B-AB80D3CC796C}" type="presOf" srcId="{A43ABF43-0B7C-8243-8565-A8FBA7DFAECC}" destId="{B96D624D-6885-4F44-9F97-76E4F23E63B0}" srcOrd="0" destOrd="0" presId="urn:microsoft.com/office/officeart/2005/8/layout/orgChart1"/>
    <dgm:cxn modelId="{5A72D572-7CD5-3E41-A314-768D2DFF2A3E}" srcId="{3256F347-1D27-B74E-95F8-F2629AB96C98}" destId="{21B26D16-1FDB-F947-A08F-EAD8A863177D}" srcOrd="0" destOrd="0" parTransId="{D7B9C893-4648-EE47-81C3-9F7DA3344662}" sibTransId="{2C815E00-8C76-DC4A-BC49-52EC04FA56F7}"/>
    <dgm:cxn modelId="{BC241C82-61F3-794E-A5C1-450EC2304E35}" type="presOf" srcId="{CFA8B211-3DC5-8A4C-BD62-51CD58AEDA97}" destId="{8C80AB8F-C675-104F-8778-44468533DFF9}" srcOrd="0" destOrd="0" presId="urn:microsoft.com/office/officeart/2005/8/layout/orgChart1"/>
    <dgm:cxn modelId="{6888439E-44B5-9F41-9FF2-2F5C0B4B17C4}" type="presOf" srcId="{331AC3BF-DAC7-BF47-951B-1D54F0EBEA8F}" destId="{1526C392-CCFA-0C48-BD3B-33E5235DEE1A}" srcOrd="0" destOrd="0" presId="urn:microsoft.com/office/officeart/2005/8/layout/orgChart1"/>
    <dgm:cxn modelId="{1B167A9E-CFA9-894A-9CE7-974D91723FA1}" type="presOf" srcId="{21B26D16-1FDB-F947-A08F-EAD8A863177D}" destId="{0885AD89-DF6D-5F48-AE3F-7E8FDFAB26DE}" srcOrd="0" destOrd="0" presId="urn:microsoft.com/office/officeart/2005/8/layout/orgChart1"/>
    <dgm:cxn modelId="{1BC04BA5-2E7D-414F-A0B0-FFCE5B0389E8}" srcId="{9A44DF9E-D913-2C44-8478-E9EE593E74E0}" destId="{331AC3BF-DAC7-BF47-951B-1D54F0EBEA8F}" srcOrd="0" destOrd="0" parTransId="{ACC19E94-40E2-F242-8990-A849E4AD7135}" sibTransId="{60193CDF-39FD-FB41-AC7B-E35E4070312D}"/>
    <dgm:cxn modelId="{290447A8-835B-2D42-8F49-ADFEC4FDE9B8}" type="presOf" srcId="{D3E3B5D4-E59B-DB46-9C3A-42C6494EE2EA}" destId="{DBA575D7-B306-6340-A19E-DD1AF57CF4EC}" srcOrd="0" destOrd="0" presId="urn:microsoft.com/office/officeart/2005/8/layout/orgChart1"/>
    <dgm:cxn modelId="{F8407CA9-2D3B-D342-9A77-A9BB088B6A56}" type="presOf" srcId="{F728066F-E51A-A74C-A148-F87AB51C9A11}" destId="{C75F0701-8DF5-DA49-9B7C-2E1501615203}" srcOrd="1" destOrd="0" presId="urn:microsoft.com/office/officeart/2005/8/layout/orgChart1"/>
    <dgm:cxn modelId="{1116E8AB-255F-404F-8091-57BA0D9645C6}" type="presOf" srcId="{D3E3B5D4-E59B-DB46-9C3A-42C6494EE2EA}" destId="{6748963C-8882-D04C-8741-08C72444E5A0}" srcOrd="1" destOrd="0" presId="urn:microsoft.com/office/officeart/2005/8/layout/orgChart1"/>
    <dgm:cxn modelId="{5760B8B2-A095-9C46-8AE6-878FB2BD9AF2}" type="presOf" srcId="{ACC19E94-40E2-F242-8990-A849E4AD7135}" destId="{1CA069D3-9204-4E49-B89B-BFC8C8BF71E8}" srcOrd="0" destOrd="0" presId="urn:microsoft.com/office/officeart/2005/8/layout/orgChart1"/>
    <dgm:cxn modelId="{68C8F4D1-B4D0-5F46-85A6-3EF1BD73665D}" type="presOf" srcId="{9A44DF9E-D913-2C44-8478-E9EE593E74E0}" destId="{7CFC849F-4BE7-EF40-B89E-2EC46B6926AD}" srcOrd="0" destOrd="0" presId="urn:microsoft.com/office/officeart/2005/8/layout/orgChart1"/>
    <dgm:cxn modelId="{0B701DDF-FCDA-6D4D-A9AF-91C7327FE241}" type="presOf" srcId="{26C9592D-18E8-AA4F-A68F-2EC2CEE0582A}" destId="{F8FBF102-06D0-6B42-82BB-FC017251CA14}" srcOrd="1" destOrd="0" presId="urn:microsoft.com/office/officeart/2005/8/layout/orgChart1"/>
    <dgm:cxn modelId="{CE6AE9E1-1E12-0F48-A47E-3364222FF006}" type="presOf" srcId="{9A44DF9E-D913-2C44-8478-E9EE593E74E0}" destId="{5BD020C4-7E94-B746-AEAE-20E0F4D8731A}" srcOrd="1" destOrd="0" presId="urn:microsoft.com/office/officeart/2005/8/layout/orgChart1"/>
    <dgm:cxn modelId="{F7D4D6E8-6797-0245-9CF7-24FCB569EDF7}" type="presOf" srcId="{C9662E6E-CF5D-714D-9ABB-D76E7AFCC733}" destId="{15479675-6C2E-3245-B792-857AFB208BF8}" srcOrd="0" destOrd="0" presId="urn:microsoft.com/office/officeart/2005/8/layout/orgChart1"/>
    <dgm:cxn modelId="{91927FC9-5A84-E04D-AD9F-5E5BB498A867}" type="presParOf" srcId="{01D10916-0625-D94B-AA7D-4DF7897FA697}" destId="{ED6D890F-4F89-F54F-AD70-5D8CCE474388}" srcOrd="0" destOrd="0" presId="urn:microsoft.com/office/officeart/2005/8/layout/orgChart1"/>
    <dgm:cxn modelId="{267D358F-E373-7C43-90B8-8DC2859463FA}" type="presParOf" srcId="{ED6D890F-4F89-F54F-AD70-5D8CCE474388}" destId="{51DC5493-41A0-E840-A7AF-8DB44B0DCB18}" srcOrd="0" destOrd="0" presId="urn:microsoft.com/office/officeart/2005/8/layout/orgChart1"/>
    <dgm:cxn modelId="{EC865604-746F-5B4E-BA54-8C05ABAB8300}" type="presParOf" srcId="{51DC5493-41A0-E840-A7AF-8DB44B0DCB18}" destId="{0885AD89-DF6D-5F48-AE3F-7E8FDFAB26DE}" srcOrd="0" destOrd="0" presId="urn:microsoft.com/office/officeart/2005/8/layout/orgChart1"/>
    <dgm:cxn modelId="{83C294D7-5798-3A4D-8B92-1144B19E102F}" type="presParOf" srcId="{51DC5493-41A0-E840-A7AF-8DB44B0DCB18}" destId="{4A89D74C-F31C-2F41-825E-0C6F7CB235E5}" srcOrd="1" destOrd="0" presId="urn:microsoft.com/office/officeart/2005/8/layout/orgChart1"/>
    <dgm:cxn modelId="{90CBEA07-6C8F-4341-B8F6-8037586EC7ED}" type="presParOf" srcId="{ED6D890F-4F89-F54F-AD70-5D8CCE474388}" destId="{B631D310-A170-4842-A78A-7C007A05558E}" srcOrd="1" destOrd="0" presId="urn:microsoft.com/office/officeart/2005/8/layout/orgChart1"/>
    <dgm:cxn modelId="{0DC420D4-77B9-9843-8DFD-95173A7945DD}" type="presParOf" srcId="{B631D310-A170-4842-A78A-7C007A05558E}" destId="{AE18481F-D896-6A4E-B1C9-A81C14282396}" srcOrd="0" destOrd="0" presId="urn:microsoft.com/office/officeart/2005/8/layout/orgChart1"/>
    <dgm:cxn modelId="{4E598DF0-428B-BF4C-86C4-3697CBE1AECE}" type="presParOf" srcId="{B631D310-A170-4842-A78A-7C007A05558E}" destId="{ECBE1B15-765A-4B4D-B1CD-78154AE44779}" srcOrd="1" destOrd="0" presId="urn:microsoft.com/office/officeart/2005/8/layout/orgChart1"/>
    <dgm:cxn modelId="{D28AEC12-9184-CD4A-A1A5-833B4C658B57}" type="presParOf" srcId="{ECBE1B15-765A-4B4D-B1CD-78154AE44779}" destId="{83897DB1-44DA-9743-9B43-A945E779C044}" srcOrd="0" destOrd="0" presId="urn:microsoft.com/office/officeart/2005/8/layout/orgChart1"/>
    <dgm:cxn modelId="{5F03CD89-865A-0A48-B56D-F441BD909CFA}" type="presParOf" srcId="{83897DB1-44DA-9743-9B43-A945E779C044}" destId="{8C80AB8F-C675-104F-8778-44468533DFF9}" srcOrd="0" destOrd="0" presId="urn:microsoft.com/office/officeart/2005/8/layout/orgChart1"/>
    <dgm:cxn modelId="{30B75187-F2E8-2243-85E2-01B7D6EF51F8}" type="presParOf" srcId="{83897DB1-44DA-9743-9B43-A945E779C044}" destId="{9CAE7CF2-DF12-584A-967D-FA46ABB39532}" srcOrd="1" destOrd="0" presId="urn:microsoft.com/office/officeart/2005/8/layout/orgChart1"/>
    <dgm:cxn modelId="{125C63E5-D4AF-0D42-8D3C-16707515631C}" type="presParOf" srcId="{ECBE1B15-765A-4B4D-B1CD-78154AE44779}" destId="{0CEB56C0-337A-A24F-BCD9-B0BAC4348287}" srcOrd="1" destOrd="0" presId="urn:microsoft.com/office/officeart/2005/8/layout/orgChart1"/>
    <dgm:cxn modelId="{A847AD39-382D-484B-BBF9-980A068028D1}" type="presParOf" srcId="{ECBE1B15-765A-4B4D-B1CD-78154AE44779}" destId="{07DFDF45-3320-1848-B384-02454645F742}" srcOrd="2" destOrd="0" presId="urn:microsoft.com/office/officeart/2005/8/layout/orgChart1"/>
    <dgm:cxn modelId="{D93E9ABC-00AF-F946-AD5B-4D81EE203EAD}" type="presParOf" srcId="{ED6D890F-4F89-F54F-AD70-5D8CCE474388}" destId="{A1F1D9D3-5FC6-E242-8751-2FFE147BF665}" srcOrd="2" destOrd="0" presId="urn:microsoft.com/office/officeart/2005/8/layout/orgChart1"/>
    <dgm:cxn modelId="{FC6AC6DE-D9A9-C54B-A120-756489ECE2F0}" type="presParOf" srcId="{01D10916-0625-D94B-AA7D-4DF7897FA697}" destId="{F3E98E3A-4CD3-D448-9C31-ED44256EC8A0}" srcOrd="1" destOrd="0" presId="urn:microsoft.com/office/officeart/2005/8/layout/orgChart1"/>
    <dgm:cxn modelId="{24BFB168-D652-A545-ACAC-0F61F0AE6E3A}" type="presParOf" srcId="{F3E98E3A-4CD3-D448-9C31-ED44256EC8A0}" destId="{12EBC507-C4D0-F947-AFEA-B412050A5E49}" srcOrd="0" destOrd="0" presId="urn:microsoft.com/office/officeart/2005/8/layout/orgChart1"/>
    <dgm:cxn modelId="{1A333022-49AA-8C4D-B722-2E6182D1D5B6}" type="presParOf" srcId="{12EBC507-C4D0-F947-AFEA-B412050A5E49}" destId="{66E8E5A1-0A34-1947-819F-27592241BF87}" srcOrd="0" destOrd="0" presId="urn:microsoft.com/office/officeart/2005/8/layout/orgChart1"/>
    <dgm:cxn modelId="{A51A3A69-4B05-ED41-86A5-4A5E6EE00200}" type="presParOf" srcId="{12EBC507-C4D0-F947-AFEA-B412050A5E49}" destId="{F8FBF102-06D0-6B42-82BB-FC017251CA14}" srcOrd="1" destOrd="0" presId="urn:microsoft.com/office/officeart/2005/8/layout/orgChart1"/>
    <dgm:cxn modelId="{2D1EDD86-8845-8A41-9B2B-EA2736F4772A}" type="presParOf" srcId="{F3E98E3A-4CD3-D448-9C31-ED44256EC8A0}" destId="{A9732CE5-6DE2-2A40-A0D5-4D6CA1C8FD98}" srcOrd="1" destOrd="0" presId="urn:microsoft.com/office/officeart/2005/8/layout/orgChart1"/>
    <dgm:cxn modelId="{7F000FE4-F11B-5740-BDFE-DEB6B333D7BD}" type="presParOf" srcId="{A9732CE5-6DE2-2A40-A0D5-4D6CA1C8FD98}" destId="{15479675-6C2E-3245-B792-857AFB208BF8}" srcOrd="0" destOrd="0" presId="urn:microsoft.com/office/officeart/2005/8/layout/orgChart1"/>
    <dgm:cxn modelId="{FF8BC105-8406-C949-9B36-0B6C6C78DD00}" type="presParOf" srcId="{A9732CE5-6DE2-2A40-A0D5-4D6CA1C8FD98}" destId="{B93DC8EA-F0EE-4D42-BA2F-10CAF26BF06E}" srcOrd="1" destOrd="0" presId="urn:microsoft.com/office/officeart/2005/8/layout/orgChart1"/>
    <dgm:cxn modelId="{B35F245F-21EE-8F41-950B-B37DB06D0C49}" type="presParOf" srcId="{B93DC8EA-F0EE-4D42-BA2F-10CAF26BF06E}" destId="{82F9D23B-2DDE-B741-92B4-807C3736A7E3}" srcOrd="0" destOrd="0" presId="urn:microsoft.com/office/officeart/2005/8/layout/orgChart1"/>
    <dgm:cxn modelId="{0D6D129C-EDED-2140-858B-46437159FE40}" type="presParOf" srcId="{82F9D23B-2DDE-B741-92B4-807C3736A7E3}" destId="{51A7C7D1-A53E-CD4E-BBFB-77264728695E}" srcOrd="0" destOrd="0" presId="urn:microsoft.com/office/officeart/2005/8/layout/orgChart1"/>
    <dgm:cxn modelId="{6B24D9C0-89AD-E443-9C39-6BDB9089FCB5}" type="presParOf" srcId="{82F9D23B-2DDE-B741-92B4-807C3736A7E3}" destId="{EA80D90D-83E5-484D-9AB2-B7C648AA7AD9}" srcOrd="1" destOrd="0" presId="urn:microsoft.com/office/officeart/2005/8/layout/orgChart1"/>
    <dgm:cxn modelId="{140F0275-4DF2-984B-A6FC-31D43EE21C56}" type="presParOf" srcId="{B93DC8EA-F0EE-4D42-BA2F-10CAF26BF06E}" destId="{A1B047D7-8D18-B04D-9C65-241AE53C67D3}" srcOrd="1" destOrd="0" presId="urn:microsoft.com/office/officeart/2005/8/layout/orgChart1"/>
    <dgm:cxn modelId="{B5D089A3-702C-EC49-9A54-2240EA44E149}" type="presParOf" srcId="{B93DC8EA-F0EE-4D42-BA2F-10CAF26BF06E}" destId="{0DA7AF5B-8AB8-BB49-9B3C-405C9E922BD5}" srcOrd="2" destOrd="0" presId="urn:microsoft.com/office/officeart/2005/8/layout/orgChart1"/>
    <dgm:cxn modelId="{C8C378A9-B599-2247-AF0E-D0E9EC3EA641}" type="presParOf" srcId="{F3E98E3A-4CD3-D448-9C31-ED44256EC8A0}" destId="{38C63A15-F097-AE47-9360-D93FB88DDEC9}" srcOrd="2" destOrd="0" presId="urn:microsoft.com/office/officeart/2005/8/layout/orgChart1"/>
    <dgm:cxn modelId="{25A56DE6-19BB-2D45-A881-FC4C1E861C5D}" type="presParOf" srcId="{01D10916-0625-D94B-AA7D-4DF7897FA697}" destId="{54C96124-CD45-7542-8FD5-1FA159DE68DA}" srcOrd="2" destOrd="0" presId="urn:microsoft.com/office/officeart/2005/8/layout/orgChart1"/>
    <dgm:cxn modelId="{44A7B312-CBF5-A643-BA94-A51D8936C95C}" type="presParOf" srcId="{54C96124-CD45-7542-8FD5-1FA159DE68DA}" destId="{C9780BFB-DB3D-EE42-929F-833294C0FA61}" srcOrd="0" destOrd="0" presId="urn:microsoft.com/office/officeart/2005/8/layout/orgChart1"/>
    <dgm:cxn modelId="{37281407-70A6-AE4D-ABC5-5313CE704392}" type="presParOf" srcId="{C9780BFB-DB3D-EE42-929F-833294C0FA61}" destId="{6CBB6FCD-6A35-7C42-86D0-7DEA3601A72C}" srcOrd="0" destOrd="0" presId="urn:microsoft.com/office/officeart/2005/8/layout/orgChart1"/>
    <dgm:cxn modelId="{F90CF5A6-DD90-5C4A-BCB1-62D512578BA7}" type="presParOf" srcId="{C9780BFB-DB3D-EE42-929F-833294C0FA61}" destId="{C75F0701-8DF5-DA49-9B7C-2E1501615203}" srcOrd="1" destOrd="0" presId="urn:microsoft.com/office/officeart/2005/8/layout/orgChart1"/>
    <dgm:cxn modelId="{6F903DB2-507B-254A-86C1-912F9A9E7209}" type="presParOf" srcId="{54C96124-CD45-7542-8FD5-1FA159DE68DA}" destId="{01630A25-42CD-D347-9C8D-A9EEE0DB7182}" srcOrd="1" destOrd="0" presId="urn:microsoft.com/office/officeart/2005/8/layout/orgChart1"/>
    <dgm:cxn modelId="{C3BB72D1-7FBB-414B-BE36-D4DEB244EC8D}" type="presParOf" srcId="{01630A25-42CD-D347-9C8D-A9EEE0DB7182}" destId="{B96D624D-6885-4F44-9F97-76E4F23E63B0}" srcOrd="0" destOrd="0" presId="urn:microsoft.com/office/officeart/2005/8/layout/orgChart1"/>
    <dgm:cxn modelId="{49857089-79BA-EB40-9E39-EFFBEDCB3667}" type="presParOf" srcId="{01630A25-42CD-D347-9C8D-A9EEE0DB7182}" destId="{1761DB34-0044-B249-AECD-C33F32644805}" srcOrd="1" destOrd="0" presId="urn:microsoft.com/office/officeart/2005/8/layout/orgChart1"/>
    <dgm:cxn modelId="{41ED29E7-D1AB-D34A-8B65-7A81B1690754}" type="presParOf" srcId="{1761DB34-0044-B249-AECD-C33F32644805}" destId="{81652DFD-A750-5F43-9977-6FCDB4395AF6}" srcOrd="0" destOrd="0" presId="urn:microsoft.com/office/officeart/2005/8/layout/orgChart1"/>
    <dgm:cxn modelId="{7233AC91-1507-6442-AAA1-3D2FE8785E78}" type="presParOf" srcId="{81652DFD-A750-5F43-9977-6FCDB4395AF6}" destId="{DBA575D7-B306-6340-A19E-DD1AF57CF4EC}" srcOrd="0" destOrd="0" presId="urn:microsoft.com/office/officeart/2005/8/layout/orgChart1"/>
    <dgm:cxn modelId="{CE193FF0-C9EB-0C4F-A45C-EDAAA181E589}" type="presParOf" srcId="{81652DFD-A750-5F43-9977-6FCDB4395AF6}" destId="{6748963C-8882-D04C-8741-08C72444E5A0}" srcOrd="1" destOrd="0" presId="urn:microsoft.com/office/officeart/2005/8/layout/orgChart1"/>
    <dgm:cxn modelId="{2CFD5DF1-BC29-0D42-9DE4-9A4FF25E0F94}" type="presParOf" srcId="{1761DB34-0044-B249-AECD-C33F32644805}" destId="{B7B821A4-EF0F-0D48-B8FA-067E47C81979}" srcOrd="1" destOrd="0" presId="urn:microsoft.com/office/officeart/2005/8/layout/orgChart1"/>
    <dgm:cxn modelId="{B8D3650A-6681-2B42-A897-980B9D29D322}" type="presParOf" srcId="{1761DB34-0044-B249-AECD-C33F32644805}" destId="{9EECCA9D-13C6-274F-AD2C-EB4A65FF4E06}" srcOrd="2" destOrd="0" presId="urn:microsoft.com/office/officeart/2005/8/layout/orgChart1"/>
    <dgm:cxn modelId="{E6A6F2AB-96E0-454B-9E0C-89BA72F87697}" type="presParOf" srcId="{54C96124-CD45-7542-8FD5-1FA159DE68DA}" destId="{A72E45D1-A49F-2C4D-82CF-CA05F70077A0}" srcOrd="2" destOrd="0" presId="urn:microsoft.com/office/officeart/2005/8/layout/orgChart1"/>
    <dgm:cxn modelId="{7EEC8641-F6C3-EF49-8037-C988735865E8}" type="presParOf" srcId="{01D10916-0625-D94B-AA7D-4DF7897FA697}" destId="{5088C3B6-9045-2649-ADA0-3B175CFFA45E}" srcOrd="3" destOrd="0" presId="urn:microsoft.com/office/officeart/2005/8/layout/orgChart1"/>
    <dgm:cxn modelId="{A6A16A8D-D2D2-6849-B57E-5319D8C5DACA}" type="presParOf" srcId="{5088C3B6-9045-2649-ADA0-3B175CFFA45E}" destId="{555BCED8-FE55-4D4F-8712-009B6765B3F2}" srcOrd="0" destOrd="0" presId="urn:microsoft.com/office/officeart/2005/8/layout/orgChart1"/>
    <dgm:cxn modelId="{1E56AF6C-5BDE-B94A-8942-4BED170D957B}" type="presParOf" srcId="{555BCED8-FE55-4D4F-8712-009B6765B3F2}" destId="{7CFC849F-4BE7-EF40-B89E-2EC46B6926AD}" srcOrd="0" destOrd="0" presId="urn:microsoft.com/office/officeart/2005/8/layout/orgChart1"/>
    <dgm:cxn modelId="{C0D9C048-7F15-434F-BB58-2D4FB3D29EFC}" type="presParOf" srcId="{555BCED8-FE55-4D4F-8712-009B6765B3F2}" destId="{5BD020C4-7E94-B746-AEAE-20E0F4D8731A}" srcOrd="1" destOrd="0" presId="urn:microsoft.com/office/officeart/2005/8/layout/orgChart1"/>
    <dgm:cxn modelId="{1EBC4A10-04B1-CE44-ADE9-29BB2E568C5A}" type="presParOf" srcId="{5088C3B6-9045-2649-ADA0-3B175CFFA45E}" destId="{0517C912-689A-5D4F-9E56-E22644E44E14}" srcOrd="1" destOrd="0" presId="urn:microsoft.com/office/officeart/2005/8/layout/orgChart1"/>
    <dgm:cxn modelId="{F07A11FA-4D9C-0843-9CE7-B502826C9CE5}" type="presParOf" srcId="{0517C912-689A-5D4F-9E56-E22644E44E14}" destId="{1CA069D3-9204-4E49-B89B-BFC8C8BF71E8}" srcOrd="0" destOrd="0" presId="urn:microsoft.com/office/officeart/2005/8/layout/orgChart1"/>
    <dgm:cxn modelId="{2479CF0A-9D71-C04B-B815-68FF15E67683}" type="presParOf" srcId="{0517C912-689A-5D4F-9E56-E22644E44E14}" destId="{7370F50E-D402-D248-8113-FFEA3510BF68}" srcOrd="1" destOrd="0" presId="urn:microsoft.com/office/officeart/2005/8/layout/orgChart1"/>
    <dgm:cxn modelId="{E5081F3F-5EB5-C449-A2B1-72EF63EFDF3B}" type="presParOf" srcId="{7370F50E-D402-D248-8113-FFEA3510BF68}" destId="{E225F062-CD7F-E948-B857-348E2FC07D59}" srcOrd="0" destOrd="0" presId="urn:microsoft.com/office/officeart/2005/8/layout/orgChart1"/>
    <dgm:cxn modelId="{BE3F1B21-ED68-2B44-AED9-4922EB8F0B24}" type="presParOf" srcId="{E225F062-CD7F-E948-B857-348E2FC07D59}" destId="{1526C392-CCFA-0C48-BD3B-33E5235DEE1A}" srcOrd="0" destOrd="0" presId="urn:microsoft.com/office/officeart/2005/8/layout/orgChart1"/>
    <dgm:cxn modelId="{5467939E-ED9E-424A-9F20-72F076B97B34}" type="presParOf" srcId="{E225F062-CD7F-E948-B857-348E2FC07D59}" destId="{33679F7E-1F8A-7041-A5D2-236B6C5FB581}" srcOrd="1" destOrd="0" presId="urn:microsoft.com/office/officeart/2005/8/layout/orgChart1"/>
    <dgm:cxn modelId="{A15AC7E0-7846-2340-8949-6E867E41854E}" type="presParOf" srcId="{7370F50E-D402-D248-8113-FFEA3510BF68}" destId="{11664DB3-914F-D444-82CC-4337C73DBDEE}" srcOrd="1" destOrd="0" presId="urn:microsoft.com/office/officeart/2005/8/layout/orgChart1"/>
    <dgm:cxn modelId="{39DDAFD6-2136-DA45-990D-98AA440F76A0}" type="presParOf" srcId="{7370F50E-D402-D248-8113-FFEA3510BF68}" destId="{1EB8A731-04EA-4A4E-9FB1-3C6685D8E675}" srcOrd="2" destOrd="0" presId="urn:microsoft.com/office/officeart/2005/8/layout/orgChart1"/>
    <dgm:cxn modelId="{217DCBE3-F08A-4847-ACFA-829C6BFD1818}" type="presParOf" srcId="{5088C3B6-9045-2649-ADA0-3B175CFFA45E}" destId="{A4E815D1-58BF-0B4B-A2A0-C1DEE929B4C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A069D3-9204-4E49-B89B-BFC8C8BF71E8}">
      <dsp:nvSpPr>
        <dsp:cNvPr id="0" name=""/>
        <dsp:cNvSpPr/>
      </dsp:nvSpPr>
      <dsp:spPr>
        <a:xfrm>
          <a:off x="8392230" y="1023671"/>
          <a:ext cx="91440" cy="320945"/>
        </a:xfrm>
        <a:custGeom>
          <a:avLst/>
          <a:gdLst/>
          <a:ahLst/>
          <a:cxnLst/>
          <a:rect l="0" t="0" r="0" b="0"/>
          <a:pathLst>
            <a:path>
              <a:moveTo>
                <a:pt x="45720" y="0"/>
              </a:moveTo>
              <a:lnTo>
                <a:pt x="45720" y="320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6D624D-6885-4F44-9F97-76E4F23E63B0}">
      <dsp:nvSpPr>
        <dsp:cNvPr id="0" name=""/>
        <dsp:cNvSpPr/>
      </dsp:nvSpPr>
      <dsp:spPr>
        <a:xfrm>
          <a:off x="6269907" y="1023671"/>
          <a:ext cx="91440" cy="340737"/>
        </a:xfrm>
        <a:custGeom>
          <a:avLst/>
          <a:gdLst/>
          <a:ahLst/>
          <a:cxnLst/>
          <a:rect l="0" t="0" r="0" b="0"/>
          <a:pathLst>
            <a:path>
              <a:moveTo>
                <a:pt x="45720" y="0"/>
              </a:moveTo>
              <a:lnTo>
                <a:pt x="45720" y="180264"/>
              </a:lnTo>
              <a:lnTo>
                <a:pt x="47049" y="180264"/>
              </a:lnTo>
              <a:lnTo>
                <a:pt x="47049" y="3407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479675-6C2E-3245-B792-857AFB208BF8}">
      <dsp:nvSpPr>
        <dsp:cNvPr id="0" name=""/>
        <dsp:cNvSpPr/>
      </dsp:nvSpPr>
      <dsp:spPr>
        <a:xfrm>
          <a:off x="3971804" y="1023671"/>
          <a:ext cx="91440" cy="320945"/>
        </a:xfrm>
        <a:custGeom>
          <a:avLst/>
          <a:gdLst/>
          <a:ahLst/>
          <a:cxnLst/>
          <a:rect l="0" t="0" r="0" b="0"/>
          <a:pathLst>
            <a:path>
              <a:moveTo>
                <a:pt x="45720" y="0"/>
              </a:moveTo>
              <a:lnTo>
                <a:pt x="45720" y="320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8481F-D896-6A4E-B1C9-A81C14282396}">
      <dsp:nvSpPr>
        <dsp:cNvPr id="0" name=""/>
        <dsp:cNvSpPr/>
      </dsp:nvSpPr>
      <dsp:spPr>
        <a:xfrm>
          <a:off x="1334469" y="1023671"/>
          <a:ext cx="91440" cy="320945"/>
        </a:xfrm>
        <a:custGeom>
          <a:avLst/>
          <a:gdLst/>
          <a:ahLst/>
          <a:cxnLst/>
          <a:rect l="0" t="0" r="0" b="0"/>
          <a:pathLst>
            <a:path>
              <a:moveTo>
                <a:pt x="45720" y="0"/>
              </a:moveTo>
              <a:lnTo>
                <a:pt x="45720" y="3209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85AD89-DF6D-5F48-AE3F-7E8FDFAB26DE}">
      <dsp:nvSpPr>
        <dsp:cNvPr id="0" name=""/>
        <dsp:cNvSpPr/>
      </dsp:nvSpPr>
      <dsp:spPr>
        <a:xfrm>
          <a:off x="616032" y="259514"/>
          <a:ext cx="1528313" cy="764156"/>
        </a:xfrm>
        <a:prstGeom prst="rect">
          <a:avLst/>
        </a:prstGeom>
        <a:solidFill>
          <a:schemeClr val="bg1">
            <a:alpha val="74945"/>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b="1" kern="1200" dirty="0"/>
            <a:t>Tag</a:t>
          </a:r>
        </a:p>
      </dsp:txBody>
      <dsp:txXfrm>
        <a:off x="616032" y="259514"/>
        <a:ext cx="1528313" cy="764156"/>
      </dsp:txXfrm>
    </dsp:sp>
    <dsp:sp modelId="{8C80AB8F-C675-104F-8778-44468533DFF9}">
      <dsp:nvSpPr>
        <dsp:cNvPr id="0" name=""/>
        <dsp:cNvSpPr/>
      </dsp:nvSpPr>
      <dsp:spPr>
        <a:xfrm>
          <a:off x="3736" y="1344617"/>
          <a:ext cx="2752906" cy="2744981"/>
        </a:xfrm>
        <a:prstGeom prst="rect">
          <a:avLst/>
        </a:prstGeom>
        <a:solidFill>
          <a:schemeClr val="bg1">
            <a:alpha val="74945"/>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l" defTabSz="622300">
            <a:lnSpc>
              <a:spcPct val="90000"/>
            </a:lnSpc>
            <a:spcBef>
              <a:spcPct val="0"/>
            </a:spcBef>
            <a:spcAft>
              <a:spcPct val="35000"/>
            </a:spcAft>
            <a:buNone/>
          </a:pPr>
          <a:r>
            <a:rPr lang="en-GB" sz="1400" i="1" kern="1200" dirty="0">
              <a:latin typeface="Arial" panose="020B0604020202020204" pitchFamily="34" charset="0"/>
              <a:cs typeface="Arial" panose="020B0604020202020204" pitchFamily="34" charset="0"/>
            </a:rPr>
            <a:t>Corresponds to an XML or HTML tag.</a:t>
          </a:r>
          <a:endParaRPr lang="en-GB" altLang="en-US" sz="1400" i="1" kern="1200" dirty="0">
            <a:latin typeface="Arial" panose="020B0604020202020204" pitchFamily="34" charset="0"/>
            <a:cs typeface="Arial" panose="020B0604020202020204" pitchFamily="34" charset="0"/>
          </a:endParaRPr>
        </a:p>
        <a:p>
          <a:pPr marL="0" lvl="0" indent="0" algn="l" defTabSz="622300">
            <a:lnSpc>
              <a:spcPct val="90000"/>
            </a:lnSpc>
            <a:spcBef>
              <a:spcPct val="0"/>
            </a:spcBef>
            <a:spcAft>
              <a:spcPct val="35000"/>
            </a:spcAft>
            <a:buNone/>
          </a:pPr>
          <a:r>
            <a:rPr lang="en-GB" altLang="en-US" sz="1400" i="1" kern="1200" dirty="0">
              <a:latin typeface="Arial" panose="020B0604020202020204" pitchFamily="34" charset="0"/>
              <a:cs typeface="Arial" panose="020B0604020202020204" pitchFamily="34" charset="0"/>
            </a:rPr>
            <a:t>A tag may have any number of attributes. </a:t>
          </a:r>
        </a:p>
        <a:p>
          <a:pPr marL="0" lvl="0" indent="0" algn="l" defTabSz="622300">
            <a:lnSpc>
              <a:spcPct val="90000"/>
            </a:lnSpc>
            <a:spcBef>
              <a:spcPct val="0"/>
            </a:spcBef>
            <a:spcAft>
              <a:spcPct val="35000"/>
            </a:spcAft>
            <a:buNone/>
          </a:pPr>
          <a:r>
            <a:rPr lang="en-GB" altLang="en-US" sz="1400" i="1" kern="1200" dirty="0">
              <a:solidFill>
                <a:schemeClr val="accent6">
                  <a:lumMod val="50000"/>
                </a:schemeClr>
              </a:solidFill>
              <a:latin typeface="Arial" panose="020B0604020202020204" pitchFamily="34" charset="0"/>
              <a:cs typeface="Arial" panose="020B0604020202020204" pitchFamily="34" charset="0"/>
            </a:rPr>
            <a:t>&lt;b id="boldest"&gt;</a:t>
          </a:r>
        </a:p>
        <a:p>
          <a:pPr marL="0" lvl="0" indent="0" algn="l" defTabSz="622300">
            <a:lnSpc>
              <a:spcPct val="90000"/>
            </a:lnSpc>
            <a:spcBef>
              <a:spcPct val="0"/>
            </a:spcBef>
            <a:spcAft>
              <a:spcPct val="35000"/>
            </a:spcAft>
            <a:buNone/>
          </a:pPr>
          <a:r>
            <a:rPr lang="en-GB" altLang="en-US" sz="1400" i="1" kern="1200" dirty="0">
              <a:solidFill>
                <a:schemeClr val="accent6">
                  <a:lumMod val="50000"/>
                </a:schemeClr>
              </a:solidFill>
              <a:latin typeface="Arial" panose="020B0604020202020204" pitchFamily="34" charset="0"/>
              <a:cs typeface="Arial" panose="020B0604020202020204" pitchFamily="34" charset="0"/>
            </a:rPr>
            <a:t>- t</a:t>
          </a:r>
          <a:r>
            <a:rPr lang="en-GB" altLang="en-US" sz="1400" i="1" kern="1200" dirty="0">
              <a:solidFill>
                <a:schemeClr val="tx1"/>
              </a:solidFill>
              <a:latin typeface="Arial" panose="020B0604020202020204" pitchFamily="34" charset="0"/>
              <a:cs typeface="Arial" panose="020B0604020202020204" pitchFamily="34" charset="0"/>
            </a:rPr>
            <a:t>ag</a:t>
          </a:r>
          <a:r>
            <a:rPr lang="en-GB" altLang="en-US" sz="1400" i="1" kern="1200" dirty="0">
              <a:solidFill>
                <a:schemeClr val="accent6">
                  <a:lumMod val="50000"/>
                </a:schemeClr>
              </a:solidFill>
              <a:latin typeface="Arial" panose="020B0604020202020204" pitchFamily="34" charset="0"/>
              <a:cs typeface="Arial" panose="020B0604020202020204" pitchFamily="34" charset="0"/>
            </a:rPr>
            <a:t> ‘b’ </a:t>
          </a:r>
        </a:p>
        <a:p>
          <a:pPr marL="0" lvl="0" indent="0" algn="l" defTabSz="622300">
            <a:lnSpc>
              <a:spcPct val="90000"/>
            </a:lnSpc>
            <a:spcBef>
              <a:spcPct val="0"/>
            </a:spcBef>
            <a:spcAft>
              <a:spcPct val="35000"/>
            </a:spcAft>
            <a:buNone/>
          </a:pPr>
          <a:r>
            <a:rPr lang="en-GB" altLang="en-US" sz="1400" i="1" kern="1200" dirty="0">
              <a:latin typeface="Arial" panose="020B0604020202020204" pitchFamily="34" charset="0"/>
              <a:cs typeface="Arial" panose="020B0604020202020204" pitchFamily="34" charset="0"/>
            </a:rPr>
            <a:t>- attribute </a:t>
          </a:r>
          <a:r>
            <a:rPr lang="en-GB" altLang="en-US" sz="1400" i="1" kern="1200" dirty="0">
              <a:solidFill>
                <a:schemeClr val="accent6">
                  <a:lumMod val="50000"/>
                </a:schemeClr>
              </a:solidFill>
              <a:latin typeface="Arial" panose="020B0604020202020204" pitchFamily="34" charset="0"/>
              <a:cs typeface="Arial" panose="020B0604020202020204" pitchFamily="34" charset="0"/>
            </a:rPr>
            <a:t>“id” </a:t>
          </a:r>
          <a:endParaRPr lang="en-GB" altLang="en-US" sz="1400" i="1" kern="1200" dirty="0">
            <a:latin typeface="Arial" panose="020B0604020202020204" pitchFamily="34" charset="0"/>
            <a:cs typeface="Arial" panose="020B0604020202020204" pitchFamily="34" charset="0"/>
          </a:endParaRPr>
        </a:p>
        <a:p>
          <a:pPr marL="0" lvl="0" indent="0" algn="l" defTabSz="622300">
            <a:lnSpc>
              <a:spcPct val="90000"/>
            </a:lnSpc>
            <a:spcBef>
              <a:spcPct val="0"/>
            </a:spcBef>
            <a:spcAft>
              <a:spcPct val="35000"/>
            </a:spcAft>
            <a:buNone/>
          </a:pPr>
          <a:r>
            <a:rPr lang="en-GB" altLang="en-US" sz="1400" i="1" kern="1200" dirty="0">
              <a:latin typeface="Arial" panose="020B0604020202020204" pitchFamily="34" charset="0"/>
              <a:cs typeface="Arial" panose="020B0604020202020204" pitchFamily="34" charset="0"/>
            </a:rPr>
            <a:t>- value </a:t>
          </a:r>
          <a:r>
            <a:rPr lang="en-GB" altLang="en-US" sz="1400" i="1" kern="1200" dirty="0">
              <a:solidFill>
                <a:schemeClr val="accent6">
                  <a:lumMod val="50000"/>
                </a:schemeClr>
              </a:solidFill>
              <a:latin typeface="Arial" panose="020B0604020202020204" pitchFamily="34" charset="0"/>
              <a:cs typeface="Arial" panose="020B0604020202020204" pitchFamily="34" charset="0"/>
            </a:rPr>
            <a:t>“boldest”. </a:t>
          </a:r>
        </a:p>
        <a:p>
          <a:pPr marL="0" lvl="0" indent="0" algn="l" defTabSz="622300">
            <a:lnSpc>
              <a:spcPct val="90000"/>
            </a:lnSpc>
            <a:spcBef>
              <a:spcPct val="0"/>
            </a:spcBef>
            <a:spcAft>
              <a:spcPct val="35000"/>
            </a:spcAft>
            <a:buNone/>
          </a:pPr>
          <a:r>
            <a:rPr lang="en-GB" altLang="en-US" sz="1400" i="1" kern="1200" dirty="0">
              <a:latin typeface="Arial" panose="020B0604020202020204" pitchFamily="34" charset="0"/>
              <a:cs typeface="Arial" panose="020B0604020202020204" pitchFamily="34" charset="0"/>
            </a:rPr>
            <a:t>You can access a tag’s attributes by treating the tag like a dictionary: </a:t>
          </a:r>
        </a:p>
        <a:p>
          <a:pPr marL="0" lvl="0" indent="0" algn="l" defTabSz="622300">
            <a:lnSpc>
              <a:spcPct val="90000"/>
            </a:lnSpc>
            <a:spcBef>
              <a:spcPct val="0"/>
            </a:spcBef>
            <a:spcAft>
              <a:spcPct val="35000"/>
            </a:spcAft>
            <a:buNone/>
          </a:pPr>
          <a:r>
            <a:rPr lang="en-GB" altLang="en-US" sz="1400" i="1" kern="1200" dirty="0">
              <a:solidFill>
                <a:schemeClr val="accent6">
                  <a:lumMod val="75000"/>
                </a:schemeClr>
              </a:solidFill>
              <a:latin typeface="Arial" panose="020B0604020202020204" pitchFamily="34" charset="0"/>
              <a:cs typeface="Arial" panose="020B0604020202020204" pitchFamily="34" charset="0"/>
            </a:rPr>
            <a:t>tag['id’]</a:t>
          </a:r>
          <a:endParaRPr lang="en-GB" sz="1400" kern="1200" dirty="0"/>
        </a:p>
      </dsp:txBody>
      <dsp:txXfrm>
        <a:off x="3736" y="1344617"/>
        <a:ext cx="2752906" cy="2744981"/>
      </dsp:txXfrm>
    </dsp:sp>
    <dsp:sp modelId="{66E8E5A1-0A34-1947-819F-27592241BF87}">
      <dsp:nvSpPr>
        <dsp:cNvPr id="0" name=""/>
        <dsp:cNvSpPr/>
      </dsp:nvSpPr>
      <dsp:spPr>
        <a:xfrm>
          <a:off x="3253367" y="259514"/>
          <a:ext cx="1528313" cy="764156"/>
        </a:xfrm>
        <a:prstGeom prst="rect">
          <a:avLst/>
        </a:prstGeom>
        <a:solidFill>
          <a:schemeClr val="bg1">
            <a:alpha val="74945"/>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b="1" kern="1200" dirty="0"/>
            <a:t>Navigating string</a:t>
          </a:r>
        </a:p>
      </dsp:txBody>
      <dsp:txXfrm>
        <a:off x="3253367" y="259514"/>
        <a:ext cx="1528313" cy="764156"/>
      </dsp:txXfrm>
    </dsp:sp>
    <dsp:sp modelId="{51A7C7D1-A53E-CD4E-BBFB-77264728695E}">
      <dsp:nvSpPr>
        <dsp:cNvPr id="0" name=""/>
        <dsp:cNvSpPr/>
      </dsp:nvSpPr>
      <dsp:spPr>
        <a:xfrm>
          <a:off x="3077588" y="1344617"/>
          <a:ext cx="1879872" cy="1487011"/>
        </a:xfrm>
        <a:prstGeom prst="rect">
          <a:avLst/>
        </a:prstGeom>
        <a:solidFill>
          <a:schemeClr val="bg1">
            <a:alpha val="74945"/>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l" defTabSz="622300">
            <a:lnSpc>
              <a:spcPct val="90000"/>
            </a:lnSpc>
            <a:spcBef>
              <a:spcPct val="0"/>
            </a:spcBef>
            <a:spcAft>
              <a:spcPct val="35000"/>
            </a:spcAft>
            <a:buNone/>
          </a:pPr>
          <a:r>
            <a:rPr lang="en-GB" altLang="en-US" sz="1400" i="1" kern="1200" dirty="0">
              <a:latin typeface="Arial" panose="020B0604020202020204" pitchFamily="34" charset="0"/>
              <a:cs typeface="Arial" panose="020B0604020202020204" pitchFamily="34" charset="0"/>
            </a:rPr>
            <a:t>Text with in the tag: </a:t>
          </a:r>
        </a:p>
        <a:p>
          <a:pPr marL="0" lvl="0" indent="0" algn="l" defTabSz="622300">
            <a:lnSpc>
              <a:spcPct val="90000"/>
            </a:lnSpc>
            <a:spcBef>
              <a:spcPct val="0"/>
            </a:spcBef>
            <a:spcAft>
              <a:spcPct val="35000"/>
            </a:spcAft>
            <a:buNone/>
          </a:pPr>
          <a:r>
            <a:rPr lang="en-GB" altLang="en-US" sz="1400" i="1" kern="1200" dirty="0">
              <a:solidFill>
                <a:schemeClr val="accent6">
                  <a:lumMod val="50000"/>
                </a:schemeClr>
              </a:solidFill>
              <a:latin typeface="Arial" panose="020B0604020202020204" pitchFamily="34" charset="0"/>
              <a:cs typeface="Arial" panose="020B0604020202020204" pitchFamily="34" charset="0"/>
            </a:rPr>
            <a:t>tag = </a:t>
          </a:r>
          <a:r>
            <a:rPr lang="en-GB" altLang="en-US" sz="1400" i="1" kern="1200" dirty="0" err="1">
              <a:solidFill>
                <a:schemeClr val="accent6">
                  <a:lumMod val="50000"/>
                </a:schemeClr>
              </a:solidFill>
              <a:latin typeface="Arial" panose="020B0604020202020204" pitchFamily="34" charset="0"/>
              <a:cs typeface="Arial" panose="020B0604020202020204" pitchFamily="34" charset="0"/>
            </a:rPr>
            <a:t>soup.b</a:t>
          </a:r>
          <a:r>
            <a:rPr lang="en-GB" altLang="en-US" sz="1400" i="1" kern="1200" dirty="0">
              <a:solidFill>
                <a:schemeClr val="accent6">
                  <a:lumMod val="50000"/>
                </a:schemeClr>
              </a:solidFill>
              <a:latin typeface="Arial" panose="020B0604020202020204" pitchFamily="34" charset="0"/>
              <a:cs typeface="Arial" panose="020B0604020202020204" pitchFamily="34" charset="0"/>
            </a:rPr>
            <a:t>,  </a:t>
          </a:r>
          <a:r>
            <a:rPr lang="en-GB" altLang="en-US" sz="1400" i="1" kern="1200" dirty="0" err="1">
              <a:solidFill>
                <a:schemeClr val="accent6">
                  <a:lumMod val="50000"/>
                </a:schemeClr>
              </a:solidFill>
              <a:latin typeface="Arial" panose="020B0604020202020204" pitchFamily="34" charset="0"/>
              <a:cs typeface="Arial" panose="020B0604020202020204" pitchFamily="34" charset="0"/>
            </a:rPr>
            <a:t>tag.string</a:t>
          </a:r>
          <a:endParaRPr lang="en-GB" sz="1400" kern="1200" dirty="0"/>
        </a:p>
      </dsp:txBody>
      <dsp:txXfrm>
        <a:off x="3077588" y="1344617"/>
        <a:ext cx="1879872" cy="1487011"/>
      </dsp:txXfrm>
    </dsp:sp>
    <dsp:sp modelId="{6CBB6FCD-6A35-7C42-86D0-7DEA3601A72C}">
      <dsp:nvSpPr>
        <dsp:cNvPr id="0" name=""/>
        <dsp:cNvSpPr/>
      </dsp:nvSpPr>
      <dsp:spPr>
        <a:xfrm>
          <a:off x="5551470" y="259514"/>
          <a:ext cx="1528313" cy="764156"/>
        </a:xfrm>
        <a:prstGeom prst="rect">
          <a:avLst/>
        </a:prstGeom>
        <a:solidFill>
          <a:schemeClr val="bg1">
            <a:alpha val="74945"/>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b="1" kern="1200" dirty="0"/>
            <a:t>Beautiful soup functions</a:t>
          </a:r>
        </a:p>
      </dsp:txBody>
      <dsp:txXfrm>
        <a:off x="5551470" y="259514"/>
        <a:ext cx="1528313" cy="764156"/>
      </dsp:txXfrm>
    </dsp:sp>
    <dsp:sp modelId="{DBA575D7-B306-6340-A19E-DD1AF57CF4EC}">
      <dsp:nvSpPr>
        <dsp:cNvPr id="0" name=""/>
        <dsp:cNvSpPr/>
      </dsp:nvSpPr>
      <dsp:spPr>
        <a:xfrm>
          <a:off x="5279735" y="1364409"/>
          <a:ext cx="2074441" cy="1768794"/>
        </a:xfrm>
        <a:prstGeom prst="rect">
          <a:avLst/>
        </a:prstGeom>
        <a:solidFill>
          <a:schemeClr val="bg1">
            <a:alpha val="74945"/>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l" defTabSz="622300">
            <a:lnSpc>
              <a:spcPct val="90000"/>
            </a:lnSpc>
            <a:spcBef>
              <a:spcPct val="0"/>
            </a:spcBef>
            <a:spcAft>
              <a:spcPct val="35000"/>
            </a:spcAft>
            <a:buNone/>
          </a:pPr>
          <a:r>
            <a:rPr lang="en-GB" altLang="en-US" sz="1400" i="1" kern="1200" dirty="0">
              <a:latin typeface="Arial" panose="020B0604020202020204" pitchFamily="34" charset="0"/>
              <a:cs typeface="Arial" panose="020B0604020202020204" pitchFamily="34" charset="0"/>
            </a:rPr>
            <a:t>Beautiful Soup defines a lot of methods for searching the parse tree:</a:t>
          </a:r>
        </a:p>
        <a:p>
          <a:pPr marL="0" lvl="0" indent="0" algn="l" defTabSz="622300">
            <a:lnSpc>
              <a:spcPct val="90000"/>
            </a:lnSpc>
            <a:spcBef>
              <a:spcPct val="0"/>
            </a:spcBef>
            <a:spcAft>
              <a:spcPct val="35000"/>
            </a:spcAft>
            <a:buNone/>
          </a:pPr>
          <a:r>
            <a:rPr lang="en-GB" altLang="en-US" sz="1400" b="1" i="1" kern="1200" dirty="0">
              <a:solidFill>
                <a:schemeClr val="accent6">
                  <a:lumMod val="50000"/>
                </a:schemeClr>
              </a:solidFill>
              <a:latin typeface="Arial" panose="020B0604020202020204" pitchFamily="34" charset="0"/>
              <a:cs typeface="Arial" panose="020B0604020202020204" pitchFamily="34" charset="0"/>
            </a:rPr>
            <a:t>find()</a:t>
          </a:r>
        </a:p>
        <a:p>
          <a:pPr marL="0" lvl="0" indent="0" algn="l" defTabSz="622300">
            <a:lnSpc>
              <a:spcPct val="90000"/>
            </a:lnSpc>
            <a:spcBef>
              <a:spcPct val="0"/>
            </a:spcBef>
            <a:spcAft>
              <a:spcPct val="35000"/>
            </a:spcAft>
            <a:buNone/>
          </a:pPr>
          <a:r>
            <a:rPr lang="en-GB" altLang="en-US" sz="1400" b="1" i="1" kern="1200" dirty="0" err="1">
              <a:solidFill>
                <a:schemeClr val="accent6">
                  <a:lumMod val="50000"/>
                </a:schemeClr>
              </a:solidFill>
              <a:latin typeface="Arial" panose="020B0604020202020204" pitchFamily="34" charset="0"/>
              <a:cs typeface="Arial" panose="020B0604020202020204" pitchFamily="34" charset="0"/>
            </a:rPr>
            <a:t>find_all</a:t>
          </a:r>
          <a:r>
            <a:rPr lang="en-GB" altLang="en-US" sz="1400" b="1" i="1" kern="1200" dirty="0">
              <a:solidFill>
                <a:schemeClr val="accent6">
                  <a:lumMod val="50000"/>
                </a:schemeClr>
              </a:solidFill>
              <a:latin typeface="Arial" panose="020B0604020202020204" pitchFamily="34" charset="0"/>
              <a:cs typeface="Arial" panose="020B0604020202020204" pitchFamily="34" charset="0"/>
            </a:rPr>
            <a:t>()</a:t>
          </a:r>
        </a:p>
        <a:p>
          <a:pPr marL="0" lvl="0" indent="0" algn="l" defTabSz="622300">
            <a:lnSpc>
              <a:spcPct val="90000"/>
            </a:lnSpc>
            <a:spcBef>
              <a:spcPct val="0"/>
            </a:spcBef>
            <a:spcAft>
              <a:spcPct val="35000"/>
            </a:spcAft>
            <a:buNone/>
          </a:pPr>
          <a:r>
            <a:rPr lang="en-GB" sz="1400" b="1" i="1" kern="1200" dirty="0" err="1">
              <a:solidFill>
                <a:schemeClr val="accent6">
                  <a:lumMod val="50000"/>
                </a:schemeClr>
              </a:solidFill>
              <a:latin typeface="Arial" panose="020B0604020202020204" pitchFamily="34" charset="0"/>
              <a:cs typeface="Arial" panose="020B0604020202020204" pitchFamily="34" charset="0"/>
            </a:rPr>
            <a:t>find_text</a:t>
          </a:r>
          <a:r>
            <a:rPr lang="en-GB" sz="1400" b="1" i="1" kern="1200" dirty="0">
              <a:solidFill>
                <a:schemeClr val="accent6">
                  <a:lumMod val="50000"/>
                </a:schemeClr>
              </a:solidFill>
              <a:latin typeface="Arial" panose="020B0604020202020204" pitchFamily="34" charset="0"/>
              <a:cs typeface="Arial" panose="020B0604020202020204" pitchFamily="34" charset="0"/>
            </a:rPr>
            <a:t>()</a:t>
          </a:r>
          <a:endParaRPr lang="en-GB" sz="1400" kern="1200" dirty="0"/>
        </a:p>
      </dsp:txBody>
      <dsp:txXfrm>
        <a:off x="5279735" y="1364409"/>
        <a:ext cx="2074441" cy="1768794"/>
      </dsp:txXfrm>
    </dsp:sp>
    <dsp:sp modelId="{7CFC849F-4BE7-EF40-B89E-2EC46B6926AD}">
      <dsp:nvSpPr>
        <dsp:cNvPr id="0" name=""/>
        <dsp:cNvSpPr/>
      </dsp:nvSpPr>
      <dsp:spPr>
        <a:xfrm>
          <a:off x="7673793" y="259514"/>
          <a:ext cx="1528313" cy="764156"/>
        </a:xfrm>
        <a:prstGeom prst="rect">
          <a:avLst/>
        </a:prstGeom>
        <a:solidFill>
          <a:schemeClr val="bg1">
            <a:alpha val="74945"/>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b="1" kern="1200" dirty="0"/>
            <a:t>Comments</a:t>
          </a:r>
        </a:p>
      </dsp:txBody>
      <dsp:txXfrm>
        <a:off x="7673793" y="259514"/>
        <a:ext cx="1528313" cy="764156"/>
      </dsp:txXfrm>
    </dsp:sp>
    <dsp:sp modelId="{1526C392-CCFA-0C48-BD3B-33E5235DEE1A}">
      <dsp:nvSpPr>
        <dsp:cNvPr id="0" name=""/>
        <dsp:cNvSpPr/>
      </dsp:nvSpPr>
      <dsp:spPr>
        <a:xfrm>
          <a:off x="7673793" y="1344617"/>
          <a:ext cx="1528313" cy="1506588"/>
        </a:xfrm>
        <a:prstGeom prst="rect">
          <a:avLst/>
        </a:prstGeom>
        <a:solidFill>
          <a:schemeClr val="bg1">
            <a:alpha val="74945"/>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l" defTabSz="622300">
            <a:lnSpc>
              <a:spcPct val="90000"/>
            </a:lnSpc>
            <a:spcBef>
              <a:spcPct val="0"/>
            </a:spcBef>
            <a:spcAft>
              <a:spcPct val="35000"/>
            </a:spcAft>
            <a:buNone/>
          </a:pPr>
          <a:r>
            <a:rPr lang="en-GB" altLang="en-US" sz="1400" i="1" kern="1200" dirty="0">
              <a:latin typeface="Arial" panose="020B0604020202020204" pitchFamily="34" charset="0"/>
              <a:cs typeface="Arial" panose="020B0604020202020204" pitchFamily="34" charset="0"/>
            </a:rPr>
            <a:t>An HTML comment begins with</a:t>
          </a:r>
          <a:r>
            <a:rPr lang="en-GB" altLang="en-US" sz="1400" i="1" kern="1200" dirty="0">
              <a:solidFill>
                <a:srgbClr val="008281"/>
              </a:solidFill>
              <a:latin typeface="Arial" panose="020B0604020202020204" pitchFamily="34" charset="0"/>
              <a:cs typeface="Arial" panose="020B0604020202020204" pitchFamily="34" charset="0"/>
            </a:rPr>
            <a:t> </a:t>
          </a:r>
        </a:p>
        <a:p>
          <a:pPr marL="0" lvl="0" indent="0" algn="l" defTabSz="622300">
            <a:lnSpc>
              <a:spcPct val="90000"/>
            </a:lnSpc>
            <a:spcBef>
              <a:spcPct val="0"/>
            </a:spcBef>
            <a:spcAft>
              <a:spcPct val="35000"/>
            </a:spcAft>
            <a:buNone/>
          </a:pPr>
          <a:r>
            <a:rPr lang="en-GB" altLang="en-US" sz="1400" i="1" kern="1200" dirty="0">
              <a:solidFill>
                <a:schemeClr val="accent6">
                  <a:lumMod val="75000"/>
                </a:schemeClr>
              </a:solidFill>
              <a:latin typeface="Arial" panose="020B0604020202020204" pitchFamily="34" charset="0"/>
              <a:cs typeface="Arial" panose="020B0604020202020204" pitchFamily="34" charset="0"/>
            </a:rPr>
            <a:t>&lt;! –– and the comment closes with ––&gt;</a:t>
          </a:r>
          <a:endParaRPr lang="en-GB" sz="1400" kern="1200" dirty="0"/>
        </a:p>
      </dsp:txBody>
      <dsp:txXfrm>
        <a:off x="7673793" y="1344617"/>
        <a:ext cx="1528313" cy="150658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F65EA-7911-B74D-841A-3F330E0081C5}" type="datetimeFigureOut">
              <a:rPr lang="en-US" smtClean="0"/>
              <a:t>12/1/24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C4E9C0-5528-F444-B0B4-C063382523DE}" type="slidenum">
              <a:rPr lang="en-US" smtClean="0"/>
              <a:t>‹#›</a:t>
            </a:fld>
            <a:endParaRPr lang="en-US"/>
          </a:p>
        </p:txBody>
      </p:sp>
    </p:spTree>
    <p:extLst>
      <p:ext uri="{BB962C8B-B14F-4D97-AF65-F5344CB8AC3E}">
        <p14:creationId xmlns:p14="http://schemas.microsoft.com/office/powerpoint/2010/main" val="4061165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t>Extracting data from website !</a:t>
            </a:r>
          </a:p>
          <a:p>
            <a:pPr lvl="1"/>
            <a:r>
              <a:rPr lang="en-US" sz="2000" dirty="0"/>
              <a:t>While web scraping can be done manually we use code to create an automate process (knows as bot or web crawler) to obtain such data</a:t>
            </a:r>
          </a:p>
          <a:p>
            <a:r>
              <a:rPr lang="en-US" sz="2400" dirty="0"/>
              <a:t>Tow parts to web scraping:</a:t>
            </a:r>
          </a:p>
          <a:p>
            <a:pPr lvl="1"/>
            <a:r>
              <a:rPr lang="en-US" dirty="0"/>
              <a:t>Fetching – downloading of a page (which browser does when view a page)</a:t>
            </a:r>
          </a:p>
          <a:p>
            <a:pPr lvl="1"/>
            <a:r>
              <a:rPr lang="en-US" dirty="0"/>
              <a:t>Extraction – when content of a page is parse, searched or reformed to obtain pieces of data </a:t>
            </a:r>
          </a:p>
          <a:p>
            <a:r>
              <a:rPr lang="en-US" sz="2400" dirty="0"/>
              <a:t>We will be fetching the HTML of webpage and using </a:t>
            </a:r>
            <a:r>
              <a:rPr lang="en-US" sz="2400" dirty="0" err="1"/>
              <a:t>BeautifulSoup</a:t>
            </a:r>
            <a:r>
              <a:rPr lang="en-US" sz="2400" dirty="0"/>
              <a:t> to extract data from it.</a:t>
            </a:r>
          </a:p>
          <a:p>
            <a:endParaRPr lang="en-US" dirty="0"/>
          </a:p>
        </p:txBody>
      </p:sp>
      <p:sp>
        <p:nvSpPr>
          <p:cNvPr id="4" name="Slide Number Placeholder 3"/>
          <p:cNvSpPr>
            <a:spLocks noGrp="1"/>
          </p:cNvSpPr>
          <p:nvPr>
            <p:ph type="sldNum" sz="quarter" idx="5"/>
          </p:nvPr>
        </p:nvSpPr>
        <p:spPr/>
        <p:txBody>
          <a:bodyPr/>
          <a:lstStyle/>
          <a:p>
            <a:fld id="{ADC4E9C0-5528-F444-B0B4-C063382523DE}" type="slidenum">
              <a:rPr lang="en-US" smtClean="0"/>
              <a:t>3</a:t>
            </a:fld>
            <a:endParaRPr lang="en-US"/>
          </a:p>
        </p:txBody>
      </p:sp>
    </p:spTree>
    <p:extLst>
      <p:ext uri="{BB962C8B-B14F-4D97-AF65-F5344CB8AC3E}">
        <p14:creationId xmlns:p14="http://schemas.microsoft.com/office/powerpoint/2010/main" val="3420382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53740"/>
                </a:solidFill>
                <a:effectLst/>
                <a:latin typeface="ColfaxAI"/>
              </a:rPr>
              <a:t>The CFAA does not explicitly mention web scraping or other specific activities related to data extraction. However, the CFAA does define what activities are considered a violation of federal law. The CFAA defines a violation as "intentionally accessing a computer without authorization or exceeding authorized access, and thereby obtaining information from any protected computer." This would include web scraping if the access is unauthorized. Additionally, the CFAA makes it a crime to "intentionally access a computer without authorization or exceeding authorized access, and thereby obtain anything of value." Therefore, if the web scraping activity is unauthorized and the data that is obtained has value, it could be considered a violation of the CFAA.</a:t>
            </a:r>
            <a:endParaRPr lang="en-US" dirty="0"/>
          </a:p>
        </p:txBody>
      </p:sp>
      <p:sp>
        <p:nvSpPr>
          <p:cNvPr id="4" name="Slide Number Placeholder 3"/>
          <p:cNvSpPr>
            <a:spLocks noGrp="1"/>
          </p:cNvSpPr>
          <p:nvPr>
            <p:ph type="sldNum" sz="quarter" idx="5"/>
          </p:nvPr>
        </p:nvSpPr>
        <p:spPr/>
        <p:txBody>
          <a:bodyPr/>
          <a:lstStyle/>
          <a:p>
            <a:fld id="{ADC4E9C0-5528-F444-B0B4-C063382523DE}" type="slidenum">
              <a:rPr lang="en-US" smtClean="0"/>
              <a:t>4</a:t>
            </a:fld>
            <a:endParaRPr lang="en-US"/>
          </a:p>
        </p:txBody>
      </p:sp>
    </p:spTree>
    <p:extLst>
      <p:ext uri="{BB962C8B-B14F-4D97-AF65-F5344CB8AC3E}">
        <p14:creationId xmlns:p14="http://schemas.microsoft.com/office/powerpoint/2010/main" val="502339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C4E9C0-5528-F444-B0B4-C063382523DE}" type="slidenum">
              <a:rPr lang="en-US" smtClean="0"/>
              <a:t>10</a:t>
            </a:fld>
            <a:endParaRPr lang="en-US"/>
          </a:p>
        </p:txBody>
      </p:sp>
    </p:spTree>
    <p:extLst>
      <p:ext uri="{BB962C8B-B14F-4D97-AF65-F5344CB8AC3E}">
        <p14:creationId xmlns:p14="http://schemas.microsoft.com/office/powerpoint/2010/main" val="41684727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C4E9C0-5528-F444-B0B4-C063382523DE}" type="slidenum">
              <a:rPr lang="en-US" smtClean="0"/>
              <a:t>13</a:t>
            </a:fld>
            <a:endParaRPr lang="en-US"/>
          </a:p>
        </p:txBody>
      </p:sp>
    </p:spTree>
    <p:extLst>
      <p:ext uri="{BB962C8B-B14F-4D97-AF65-F5344CB8AC3E}">
        <p14:creationId xmlns:p14="http://schemas.microsoft.com/office/powerpoint/2010/main" val="2248962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C4E9C0-5528-F444-B0B4-C063382523DE}" type="slidenum">
              <a:rPr lang="en-US" smtClean="0"/>
              <a:t>14</a:t>
            </a:fld>
            <a:endParaRPr lang="en-US"/>
          </a:p>
        </p:txBody>
      </p:sp>
    </p:spTree>
    <p:extLst>
      <p:ext uri="{BB962C8B-B14F-4D97-AF65-F5344CB8AC3E}">
        <p14:creationId xmlns:p14="http://schemas.microsoft.com/office/powerpoint/2010/main" val="1688875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C4E9C0-5528-F444-B0B4-C063382523DE}" type="slidenum">
              <a:rPr lang="en-US" smtClean="0"/>
              <a:t>15</a:t>
            </a:fld>
            <a:endParaRPr lang="en-US"/>
          </a:p>
        </p:txBody>
      </p:sp>
    </p:spTree>
    <p:extLst>
      <p:ext uri="{BB962C8B-B14F-4D97-AF65-F5344CB8AC3E}">
        <p14:creationId xmlns:p14="http://schemas.microsoft.com/office/powerpoint/2010/main" val="3330660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3E506-F52A-4D4A-9FEC-9ADCDC83F61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EE950AC-D6EB-A441-9805-6F588DB977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121C7D5-6353-D04B-961C-25E8358B1E68}"/>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5" name="Footer Placeholder 4">
            <a:extLst>
              <a:ext uri="{FF2B5EF4-FFF2-40B4-BE49-F238E27FC236}">
                <a16:creationId xmlns:a16="http://schemas.microsoft.com/office/drawing/2014/main" id="{6EABB016-28DE-0D45-8B67-424243DE1F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D5D71-1325-2742-AB55-8BA2A0BA192C}"/>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671204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EB294-36D1-8B4F-9310-1D31D155F8A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B604676-9ECA-324A-AA8B-859AE68CDBB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B598B67-9D8A-3C49-9E7C-DBF9DDCBC522}"/>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5" name="Footer Placeholder 4">
            <a:extLst>
              <a:ext uri="{FF2B5EF4-FFF2-40B4-BE49-F238E27FC236}">
                <a16:creationId xmlns:a16="http://schemas.microsoft.com/office/drawing/2014/main" id="{50F9313E-E34A-E749-BBFE-8918D02889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75EED-06B8-4147-A537-EFF5C1B42A32}"/>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3309122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06EDC-7EBC-7444-9F59-3D38AD4BE71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80CD582-8B07-5547-8ECB-DFAEAD6A0E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053B6CB-028D-2949-85F6-694ECB6129E4}"/>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5" name="Footer Placeholder 4">
            <a:extLst>
              <a:ext uri="{FF2B5EF4-FFF2-40B4-BE49-F238E27FC236}">
                <a16:creationId xmlns:a16="http://schemas.microsoft.com/office/drawing/2014/main" id="{079E3027-2636-8842-8552-F2EA3ACBB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3326CE-1029-A245-BE00-EDF0C739BD72}"/>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696915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7C3CF-9BF6-DA40-A1E5-0D337851A5D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5998EC2-7B33-9A4F-AEA4-EBB479AF1C9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527A0B4-FB1C-7D47-AEE3-5D2664E1E45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2166CE6-F6DA-6647-B9FE-F2F737AB76E6}"/>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6" name="Footer Placeholder 5">
            <a:extLst>
              <a:ext uri="{FF2B5EF4-FFF2-40B4-BE49-F238E27FC236}">
                <a16:creationId xmlns:a16="http://schemas.microsoft.com/office/drawing/2014/main" id="{FD5AF648-3F55-F844-B604-AAC77C08BD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A4C683-C2EF-794D-AE46-3C9809F905E6}"/>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360690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D941C-14F3-BF4E-B201-9DCE6D2FA77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C31141F-0DEA-BE44-9E35-75D997B780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79F366A-8C3A-B845-900F-2FE3EDC155E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F3A9F1-16E5-C54D-AB65-85ED1CB974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0E0B85E-0C2E-4249-B1CD-DE6B357544F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AFDAD24-E049-9345-9ECE-D22EAD061702}"/>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8" name="Footer Placeholder 7">
            <a:extLst>
              <a:ext uri="{FF2B5EF4-FFF2-40B4-BE49-F238E27FC236}">
                <a16:creationId xmlns:a16="http://schemas.microsoft.com/office/drawing/2014/main" id="{B4E1D5BF-87B8-E944-BB7F-ADE9CA4D03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867366-438A-0948-9A3D-D95735A51642}"/>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1782864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A943-738C-674B-85D3-9D43BCAFF01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5F97D44-1F39-BD4C-9EFC-F383FA9B2A15}"/>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4" name="Footer Placeholder 3">
            <a:extLst>
              <a:ext uri="{FF2B5EF4-FFF2-40B4-BE49-F238E27FC236}">
                <a16:creationId xmlns:a16="http://schemas.microsoft.com/office/drawing/2014/main" id="{ABB6D099-37B6-F04C-A9EA-15F1653FAD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5CF10A-3B49-CA4B-A7D5-23BE1BB337B5}"/>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379027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49F785-7F95-474B-82E7-237F5886CC41}"/>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3" name="Footer Placeholder 2">
            <a:extLst>
              <a:ext uri="{FF2B5EF4-FFF2-40B4-BE49-F238E27FC236}">
                <a16:creationId xmlns:a16="http://schemas.microsoft.com/office/drawing/2014/main" id="{184CE0B8-4D51-D04D-BE0A-028CC5D839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0808-F602-F140-A3C8-617D8DBB2EFB}"/>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4163530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18133-29AE-EF40-B355-525DC1C9821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FD2FB6D-2479-D041-832D-C501424134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BDB98B4-0F77-364B-B4B1-3DC55F6ED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C4B109B-C7F4-4248-8096-D4A32D007CE4}"/>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6" name="Footer Placeholder 5">
            <a:extLst>
              <a:ext uri="{FF2B5EF4-FFF2-40B4-BE49-F238E27FC236}">
                <a16:creationId xmlns:a16="http://schemas.microsoft.com/office/drawing/2014/main" id="{5CB8D3E3-2F4C-8E43-BDC0-5BBFEDECEB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E7CA23-EF62-774E-AFD7-61E300A04426}"/>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2449439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95BD-7E09-B14F-BC48-0E450B481BE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1FB91EE-3F93-D444-A18B-DC65D5D95A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19F5D7-8820-9B42-A87C-E70A08991B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15B382-2ED4-F94A-A2D0-DA70AE9A9D50}"/>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6" name="Footer Placeholder 5">
            <a:extLst>
              <a:ext uri="{FF2B5EF4-FFF2-40B4-BE49-F238E27FC236}">
                <a16:creationId xmlns:a16="http://schemas.microsoft.com/office/drawing/2014/main" id="{6BEEECE4-AC58-8D42-A323-5D6ED552C3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AE7BEB-E58E-5748-AD06-15167F756AC4}"/>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1544305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B3809-EFA5-9E4C-95ED-D71D0A4F962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7C30F6F-F25A-8747-9D94-205E28BFA0F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8C084C8-DF64-3544-AB8B-A06C67D04F61}"/>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5" name="Footer Placeholder 4">
            <a:extLst>
              <a:ext uri="{FF2B5EF4-FFF2-40B4-BE49-F238E27FC236}">
                <a16:creationId xmlns:a16="http://schemas.microsoft.com/office/drawing/2014/main" id="{715619A9-963E-D643-B64F-BAFAEAFB6F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761C22-8DC0-C64C-9F30-C903BB17AAB3}"/>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732874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FE6F2C-E17A-9F4E-A978-1E54BB8D199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B367755-F81D-6E43-887D-F49DE5744CC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7EC40EA-D0B1-7943-B385-3CC3E94D91B9}"/>
              </a:ext>
            </a:extLst>
          </p:cNvPr>
          <p:cNvSpPr>
            <a:spLocks noGrp="1"/>
          </p:cNvSpPr>
          <p:nvPr>
            <p:ph type="dt" sz="half" idx="10"/>
          </p:nvPr>
        </p:nvSpPr>
        <p:spPr/>
        <p:txBody>
          <a:bodyPr/>
          <a:lstStyle/>
          <a:p>
            <a:fld id="{F7701A15-1AA8-A543-8A69-3B4BF3360F78}" type="datetimeFigureOut">
              <a:rPr lang="en-US" smtClean="0"/>
              <a:t>12/1/24</a:t>
            </a:fld>
            <a:endParaRPr lang="en-US"/>
          </a:p>
        </p:txBody>
      </p:sp>
      <p:sp>
        <p:nvSpPr>
          <p:cNvPr id="5" name="Footer Placeholder 4">
            <a:extLst>
              <a:ext uri="{FF2B5EF4-FFF2-40B4-BE49-F238E27FC236}">
                <a16:creationId xmlns:a16="http://schemas.microsoft.com/office/drawing/2014/main" id="{FA4C204A-0E6F-304A-BD81-2C0216ACD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7B2BE-5E29-254C-BBF5-69C1BFF0F730}"/>
              </a:ext>
            </a:extLst>
          </p:cNvPr>
          <p:cNvSpPr>
            <a:spLocks noGrp="1"/>
          </p:cNvSpPr>
          <p:nvPr>
            <p:ph type="sldNum" sz="quarter" idx="12"/>
          </p:nvPr>
        </p:nvSpPr>
        <p:spPr/>
        <p:txBody>
          <a:bodyPr/>
          <a:lstStyle/>
          <a:p>
            <a:fld id="{1307986A-6522-AA4A-BC27-239CAAFA8BE0}" type="slidenum">
              <a:rPr lang="en-US" smtClean="0"/>
              <a:t>‹#›</a:t>
            </a:fld>
            <a:endParaRPr lang="en-US"/>
          </a:p>
        </p:txBody>
      </p:sp>
    </p:spTree>
    <p:extLst>
      <p:ext uri="{BB962C8B-B14F-4D97-AF65-F5344CB8AC3E}">
        <p14:creationId xmlns:p14="http://schemas.microsoft.com/office/powerpoint/2010/main" val="207673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4019B-77AD-E74C-BC63-E6CFDCF21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A5AA913-D6B1-0141-841E-333B2776A3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C8B1AAD-A171-1F41-A99C-E4C9B4871A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701A15-1AA8-A543-8A69-3B4BF3360F78}" type="datetimeFigureOut">
              <a:rPr lang="en-US" smtClean="0"/>
              <a:t>12/1/24</a:t>
            </a:fld>
            <a:endParaRPr lang="en-US"/>
          </a:p>
        </p:txBody>
      </p:sp>
      <p:sp>
        <p:nvSpPr>
          <p:cNvPr id="5" name="Footer Placeholder 4">
            <a:extLst>
              <a:ext uri="{FF2B5EF4-FFF2-40B4-BE49-F238E27FC236}">
                <a16:creationId xmlns:a16="http://schemas.microsoft.com/office/drawing/2014/main" id="{83C40490-CBB1-614F-9ABF-848A9BE765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B2A72C8-5754-9F42-B498-7B3A9EB990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07986A-6522-AA4A-BC27-239CAAFA8BE0}" type="slidenum">
              <a:rPr lang="en-US" smtClean="0"/>
              <a:t>‹#›</a:t>
            </a:fld>
            <a:endParaRPr lang="en-US"/>
          </a:p>
        </p:txBody>
      </p:sp>
    </p:spTree>
    <p:extLst>
      <p:ext uri="{BB962C8B-B14F-4D97-AF65-F5344CB8AC3E}">
        <p14:creationId xmlns:p14="http://schemas.microsoft.com/office/powerpoint/2010/main" val="222868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ur02.safelinks.protection.outlook.com/?url=https%3A%2F%2Fblog.apify.com%2Fis-web-scraping-legal%2F&amp;data=05%7C01%7CA.Wieclaw%40mdx.ac.uk%7C27ce24ea19f34b8c4d2d08db0565fbd8%7C38e37b88a3a148cf9f056537427fed24%7C0%7C0%7C638109707786230765%7CUnknown%7CTWFpbGZsb3d8eyJWIjoiMC4wLjAwMDAiLCJQIjoiV2luMzIiLCJBTiI6Ik1haWwiLCJXVCI6Mn0%3D%7C3000%7C%7C%7C&amp;sdata=y0Gu5nVqc2fL1iFEOSOLBq2czYEOCWnV1CwNDkmUo4c%3D&amp;reserved=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requests.readthedocs.io/en/latest/" TargetMode="External"/><Relationship Id="rId2" Type="http://schemas.openxmlformats.org/officeDocument/2006/relationships/hyperlink" Target="https://beautiful-soup-4.readthedocs.io/en/lates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beautiful-soup-4.readthedocs.io/_/downloads/en/latest/pd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C452144-C466-564C-9333-CAF1F6F79AA0}"/>
              </a:ext>
            </a:extLst>
          </p:cNvPr>
          <p:cNvSpPr>
            <a:spLocks noGrp="1"/>
          </p:cNvSpPr>
          <p:nvPr>
            <p:ph type="subTitle" idx="1"/>
          </p:nvPr>
        </p:nvSpPr>
        <p:spPr>
          <a:xfrm>
            <a:off x="1966912" y="5645150"/>
            <a:ext cx="8258176" cy="631825"/>
          </a:xfrm>
        </p:spPr>
        <p:txBody>
          <a:bodyPr anchor="ctr">
            <a:normAutofit/>
          </a:bodyPr>
          <a:lstStyle/>
          <a:p>
            <a:r>
              <a:rPr lang="en-US" sz="2800" dirty="0">
                <a:solidFill>
                  <a:schemeClr val="bg2">
                    <a:lumMod val="25000"/>
                  </a:schemeClr>
                </a:solidFill>
                <a:latin typeface="Arial" panose="020B0604020202020204" pitchFamily="34" charset="0"/>
                <a:cs typeface="Arial" panose="020B0604020202020204" pitchFamily="34" charset="0"/>
              </a:rPr>
              <a:t>Week 10</a:t>
            </a:r>
          </a:p>
        </p:txBody>
      </p:sp>
      <p:pic>
        <p:nvPicPr>
          <p:cNvPr id="5" name="Picture 4">
            <a:extLst>
              <a:ext uri="{FF2B5EF4-FFF2-40B4-BE49-F238E27FC236}">
                <a16:creationId xmlns:a16="http://schemas.microsoft.com/office/drawing/2014/main" id="{56454EAB-9624-C84A-9143-32D25169319F}"/>
              </a:ext>
            </a:extLst>
          </p:cNvPr>
          <p:cNvPicPr>
            <a:picLocks noChangeAspect="1"/>
          </p:cNvPicPr>
          <p:nvPr/>
        </p:nvPicPr>
        <p:blipFill>
          <a:blip r:embed="rId2"/>
          <a:stretch>
            <a:fillRect/>
          </a:stretch>
        </p:blipFill>
        <p:spPr>
          <a:xfrm>
            <a:off x="10585133" y="288608"/>
            <a:ext cx="1422400" cy="1422400"/>
          </a:xfrm>
          <a:prstGeom prst="rect">
            <a:avLst/>
          </a:prstGeom>
        </p:spPr>
      </p:pic>
      <p:sp>
        <p:nvSpPr>
          <p:cNvPr id="11" name="Title 1">
            <a:extLst>
              <a:ext uri="{FF2B5EF4-FFF2-40B4-BE49-F238E27FC236}">
                <a16:creationId xmlns:a16="http://schemas.microsoft.com/office/drawing/2014/main" id="{8377DBAC-A26B-A04B-8514-55582F349383}"/>
              </a:ext>
            </a:extLst>
          </p:cNvPr>
          <p:cNvSpPr txBox="1">
            <a:spLocks/>
          </p:cNvSpPr>
          <p:nvPr/>
        </p:nvSpPr>
        <p:spPr>
          <a:xfrm>
            <a:off x="1524003" y="1999615"/>
            <a:ext cx="9144000" cy="276402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dirty="0">
                <a:solidFill>
                  <a:schemeClr val="tx1">
                    <a:lumMod val="65000"/>
                    <a:lumOff val="35000"/>
                  </a:schemeClr>
                </a:solidFill>
                <a:latin typeface="Arial" panose="020B0604020202020204" pitchFamily="34" charset="0"/>
                <a:cs typeface="Arial" panose="020B0604020202020204" pitchFamily="34" charset="0"/>
              </a:rPr>
              <a:t>CST1510</a:t>
            </a:r>
            <a:br>
              <a:rPr lang="en-US" sz="7200" b="1" dirty="0">
                <a:solidFill>
                  <a:schemeClr val="tx1">
                    <a:lumMod val="65000"/>
                    <a:lumOff val="35000"/>
                  </a:schemeClr>
                </a:solidFill>
                <a:latin typeface="Arial" panose="020B0604020202020204" pitchFamily="34" charset="0"/>
                <a:cs typeface="Arial" panose="020B0604020202020204" pitchFamily="34" charset="0"/>
              </a:rPr>
            </a:br>
            <a:r>
              <a:rPr lang="en-US" sz="3200" b="1" dirty="0">
                <a:solidFill>
                  <a:schemeClr val="tx1">
                    <a:lumMod val="65000"/>
                    <a:lumOff val="35000"/>
                  </a:schemeClr>
                </a:solidFill>
                <a:latin typeface="Arial" panose="020B0604020202020204" pitchFamily="34" charset="0"/>
                <a:cs typeface="Arial" panose="020B0604020202020204" pitchFamily="34" charset="0"/>
              </a:rPr>
              <a:t>Programming for data communication </a:t>
            </a:r>
            <a:br>
              <a:rPr lang="en-US" sz="3200" b="1" dirty="0">
                <a:solidFill>
                  <a:schemeClr val="tx1">
                    <a:lumMod val="65000"/>
                    <a:lumOff val="35000"/>
                  </a:schemeClr>
                </a:solidFill>
                <a:latin typeface="Arial" panose="020B0604020202020204" pitchFamily="34" charset="0"/>
                <a:cs typeface="Arial" panose="020B0604020202020204" pitchFamily="34" charset="0"/>
              </a:rPr>
            </a:br>
            <a:r>
              <a:rPr lang="en-US" sz="3200" b="1" dirty="0">
                <a:solidFill>
                  <a:schemeClr val="tx1">
                    <a:lumMod val="65000"/>
                    <a:lumOff val="35000"/>
                  </a:schemeClr>
                </a:solidFill>
                <a:latin typeface="Arial" panose="020B0604020202020204" pitchFamily="34" charset="0"/>
                <a:cs typeface="Arial" panose="020B0604020202020204" pitchFamily="34" charset="0"/>
              </a:rPr>
              <a:t>and networks</a:t>
            </a:r>
          </a:p>
        </p:txBody>
      </p:sp>
    </p:spTree>
    <p:extLst>
      <p:ext uri="{BB962C8B-B14F-4D97-AF65-F5344CB8AC3E}">
        <p14:creationId xmlns:p14="http://schemas.microsoft.com/office/powerpoint/2010/main" val="1083174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A034A-1943-FD4E-958A-D85C085E453F}"/>
              </a:ext>
            </a:extLst>
          </p:cNvPr>
          <p:cNvSpPr>
            <a:spLocks noGrp="1"/>
          </p:cNvSpPr>
          <p:nvPr>
            <p:ph type="title"/>
          </p:nvPr>
        </p:nvSpPr>
        <p:spPr/>
        <p:txBody>
          <a:bodyPr/>
          <a:lstStyle/>
          <a:p>
            <a:r>
              <a:rPr lang="en-US" b="1" dirty="0">
                <a:latin typeface="Aharoni" panose="02010803020104030203" pitchFamily="2" charset="-79"/>
                <a:cs typeface="Aharoni" panose="02010803020104030203" pitchFamily="2" charset="-79"/>
              </a:rPr>
              <a:t>Objectives:</a:t>
            </a:r>
            <a:endParaRPr lang="en-US" dirty="0">
              <a:latin typeface="Aharoni" panose="02010803020104030203" pitchFamily="2" charset="-79"/>
              <a:cs typeface="Aharoni" panose="02010803020104030203" pitchFamily="2" charset="-79"/>
            </a:endParaRPr>
          </a:p>
        </p:txBody>
      </p:sp>
      <p:sp>
        <p:nvSpPr>
          <p:cNvPr id="3" name="Content Placeholder 2">
            <a:extLst>
              <a:ext uri="{FF2B5EF4-FFF2-40B4-BE49-F238E27FC236}">
                <a16:creationId xmlns:a16="http://schemas.microsoft.com/office/drawing/2014/main" id="{A212A24D-82F6-DA48-A429-F00781555DA5}"/>
              </a:ext>
            </a:extLst>
          </p:cNvPr>
          <p:cNvSpPr>
            <a:spLocks noGrp="1"/>
          </p:cNvSpPr>
          <p:nvPr>
            <p:ph idx="1"/>
          </p:nvPr>
        </p:nvSpPr>
        <p:spPr/>
        <p:txBody>
          <a:bodyPr/>
          <a:lstStyle/>
          <a:p>
            <a:r>
              <a:rPr lang="en-GB" dirty="0"/>
              <a:t>Web scraping using:</a:t>
            </a:r>
          </a:p>
          <a:p>
            <a:r>
              <a:rPr lang="en-GB" dirty="0"/>
              <a:t>What, Why and How</a:t>
            </a:r>
          </a:p>
          <a:p>
            <a:r>
              <a:rPr lang="en-GB" dirty="0"/>
              <a:t>Your browser, </a:t>
            </a:r>
            <a:r>
              <a:rPr lang="en-GB" b="1" dirty="0"/>
              <a:t>requests</a:t>
            </a:r>
            <a:r>
              <a:rPr lang="en-GB" dirty="0"/>
              <a:t> vs </a:t>
            </a:r>
            <a:r>
              <a:rPr lang="en-GB" b="1" dirty="0"/>
              <a:t>selenium</a:t>
            </a:r>
            <a:r>
              <a:rPr lang="en-GB" dirty="0"/>
              <a:t>, and </a:t>
            </a:r>
            <a:r>
              <a:rPr lang="en-GB" b="1" dirty="0"/>
              <a:t>Beautiful Soup</a:t>
            </a:r>
          </a:p>
          <a:p>
            <a:pPr lvl="1"/>
            <a:r>
              <a:rPr lang="en-GB" dirty="0"/>
              <a:t>Inspect your data source</a:t>
            </a:r>
          </a:p>
          <a:p>
            <a:pPr lvl="1"/>
            <a:r>
              <a:rPr lang="en-GB" dirty="0"/>
              <a:t>Scrape HTML content from a page</a:t>
            </a:r>
          </a:p>
          <a:p>
            <a:pPr lvl="1"/>
            <a:r>
              <a:rPr lang="en-GB" dirty="0"/>
              <a:t>Parse HTML code with Beautiful Soup </a:t>
            </a:r>
          </a:p>
          <a:p>
            <a:endParaRPr lang="en-GB" b="1" dirty="0"/>
          </a:p>
          <a:p>
            <a:endParaRPr lang="en-US" dirty="0"/>
          </a:p>
        </p:txBody>
      </p:sp>
      <p:cxnSp>
        <p:nvCxnSpPr>
          <p:cNvPr id="5" name="Straight Connector 4">
            <a:extLst>
              <a:ext uri="{FF2B5EF4-FFF2-40B4-BE49-F238E27FC236}">
                <a16:creationId xmlns:a16="http://schemas.microsoft.com/office/drawing/2014/main" id="{8145065F-E5A1-7C46-88EB-369E4150AFEC}"/>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029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5D605-0D73-2B49-9F27-6C8E3AB06BD9}"/>
              </a:ext>
            </a:extLst>
          </p:cNvPr>
          <p:cNvSpPr>
            <a:spLocks noGrp="1"/>
          </p:cNvSpPr>
          <p:nvPr>
            <p:ph type="title"/>
          </p:nvPr>
        </p:nvSpPr>
        <p:spPr/>
        <p:txBody>
          <a:bodyPr/>
          <a:lstStyle/>
          <a:p>
            <a:r>
              <a:rPr lang="en-US" b="1" dirty="0">
                <a:latin typeface="Aharoni" panose="02010803020104030203" pitchFamily="2" charset="-79"/>
                <a:cs typeface="Aharoni" panose="02010803020104030203" pitchFamily="2" charset="-79"/>
              </a:rPr>
              <a:t>What is web scraping?</a:t>
            </a:r>
          </a:p>
        </p:txBody>
      </p:sp>
      <p:cxnSp>
        <p:nvCxnSpPr>
          <p:cNvPr id="4" name="Straight Connector 3">
            <a:extLst>
              <a:ext uri="{FF2B5EF4-FFF2-40B4-BE49-F238E27FC236}">
                <a16:creationId xmlns:a16="http://schemas.microsoft.com/office/drawing/2014/main" id="{25DD4028-DFE7-6945-89D6-6569FB2F3719}"/>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pic>
        <p:nvPicPr>
          <p:cNvPr id="7" name="Picture 2" descr="BeautifulSoup - An Overview">
            <a:extLst>
              <a:ext uri="{FF2B5EF4-FFF2-40B4-BE49-F238E27FC236}">
                <a16:creationId xmlns:a16="http://schemas.microsoft.com/office/drawing/2014/main" id="{981D6B67-4B93-64F6-7AD6-998C06C7FD8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27150" y="1874044"/>
            <a:ext cx="9537700" cy="425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510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D363D-B580-1AFA-DF92-FD9C1D204A9C}"/>
              </a:ext>
            </a:extLst>
          </p:cNvPr>
          <p:cNvSpPr>
            <a:spLocks noGrp="1"/>
          </p:cNvSpPr>
          <p:nvPr>
            <p:ph type="title"/>
          </p:nvPr>
        </p:nvSpPr>
        <p:spPr/>
        <p:txBody>
          <a:bodyPr/>
          <a:lstStyle/>
          <a:p>
            <a:r>
              <a:rPr lang="en-US" b="1" dirty="0">
                <a:latin typeface="Aharoni" panose="02010803020104030203" pitchFamily="2" charset="-79"/>
                <a:cs typeface="Aharoni" panose="02010803020104030203" pitchFamily="2" charset="-79"/>
              </a:rPr>
              <a:t>Legality related to web scraping</a:t>
            </a:r>
          </a:p>
        </p:txBody>
      </p:sp>
      <p:sp>
        <p:nvSpPr>
          <p:cNvPr id="3" name="Content Placeholder 2">
            <a:extLst>
              <a:ext uri="{FF2B5EF4-FFF2-40B4-BE49-F238E27FC236}">
                <a16:creationId xmlns:a16="http://schemas.microsoft.com/office/drawing/2014/main" id="{D3E78FE6-C359-2D6F-A42F-33B2C75759F6}"/>
              </a:ext>
            </a:extLst>
          </p:cNvPr>
          <p:cNvSpPr>
            <a:spLocks noGrp="1"/>
          </p:cNvSpPr>
          <p:nvPr>
            <p:ph idx="1"/>
          </p:nvPr>
        </p:nvSpPr>
        <p:spPr/>
        <p:txBody>
          <a:bodyPr>
            <a:normAutofit/>
          </a:bodyPr>
          <a:lstStyle/>
          <a:p>
            <a:endParaRPr lang="en-GB" b="0" i="0" dirty="0">
              <a:solidFill>
                <a:srgbClr val="242424"/>
              </a:solidFill>
              <a:effectLst/>
              <a:latin typeface="Calibri" panose="020F0502020204030204" pitchFamily="34" charset="0"/>
            </a:endParaRPr>
          </a:p>
          <a:p>
            <a:r>
              <a:rPr lang="en-GB" b="0" i="0" dirty="0">
                <a:solidFill>
                  <a:srgbClr val="242424"/>
                </a:solidFill>
                <a:effectLst/>
                <a:latin typeface="Calibri" panose="020F0502020204030204" pitchFamily="34" charset="0"/>
              </a:rPr>
              <a:t>Scraping is not prohibited by law. There is no law that explicitly  addresses web scraping.</a:t>
            </a:r>
          </a:p>
          <a:p>
            <a:r>
              <a:rPr lang="en-GB" sz="2400" dirty="0">
                <a:solidFill>
                  <a:srgbClr val="242424"/>
                </a:solidFill>
                <a:latin typeface="Calibri" panose="020F0502020204030204" pitchFamily="34" charset="0"/>
              </a:rPr>
              <a:t>However </a:t>
            </a:r>
            <a:r>
              <a:rPr lang="en-GB" sz="2400" b="0" i="0" dirty="0">
                <a:solidFill>
                  <a:srgbClr val="353740"/>
                </a:solidFill>
                <a:effectLst/>
                <a:latin typeface="ColfaxAI"/>
              </a:rPr>
              <a:t>it is essential to review the website's terms and conditions </a:t>
            </a:r>
          </a:p>
          <a:p>
            <a:pPr marL="0" indent="0">
              <a:buNone/>
            </a:pPr>
            <a:endParaRPr lang="en-GB" dirty="0">
              <a:solidFill>
                <a:srgbClr val="353740"/>
              </a:solidFill>
              <a:latin typeface="ColfaxAI"/>
            </a:endParaRPr>
          </a:p>
          <a:p>
            <a:pPr marL="0" indent="0">
              <a:buNone/>
            </a:pPr>
            <a:endParaRPr lang="en-GB" b="0" i="0" dirty="0">
              <a:solidFill>
                <a:srgbClr val="353740"/>
              </a:solidFill>
              <a:effectLst/>
              <a:latin typeface="ColfaxAI"/>
            </a:endParaRPr>
          </a:p>
          <a:p>
            <a:r>
              <a:rPr lang="en-GB" sz="2000" b="0" i="1" dirty="0">
                <a:solidFill>
                  <a:srgbClr val="353740"/>
                </a:solidFill>
                <a:effectLst/>
                <a:latin typeface="ColfaxAI"/>
              </a:rPr>
              <a:t>The Computer Fraud and Abuse Act (CFAA) does not explicitly mention web scraping, however it does prohibit the unauthorized access of a computer or network. </a:t>
            </a:r>
          </a:p>
        </p:txBody>
      </p:sp>
      <p:cxnSp>
        <p:nvCxnSpPr>
          <p:cNvPr id="4" name="Straight Connector 3">
            <a:extLst>
              <a:ext uri="{FF2B5EF4-FFF2-40B4-BE49-F238E27FC236}">
                <a16:creationId xmlns:a16="http://schemas.microsoft.com/office/drawing/2014/main" id="{D4863DD4-5131-3B1B-9BD5-F3BF060A0B62}"/>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F8C030D-C45E-C32E-0B79-1AA3EA1ABA8E}"/>
              </a:ext>
            </a:extLst>
          </p:cNvPr>
          <p:cNvSpPr txBox="1"/>
          <p:nvPr/>
        </p:nvSpPr>
        <p:spPr>
          <a:xfrm>
            <a:off x="258417" y="6443732"/>
            <a:ext cx="7340984" cy="369332"/>
          </a:xfrm>
          <a:prstGeom prst="rect">
            <a:avLst/>
          </a:prstGeom>
          <a:noFill/>
        </p:spPr>
        <p:txBody>
          <a:bodyPr wrap="none" rtlCol="0">
            <a:spAutoFit/>
          </a:bodyPr>
          <a:lstStyle/>
          <a:p>
            <a:r>
              <a:rPr lang="en-US" dirty="0"/>
              <a:t>Interesting blog about it:  </a:t>
            </a:r>
            <a:r>
              <a:rPr lang="en-GB" b="0" i="0" dirty="0">
                <a:solidFill>
                  <a:srgbClr val="4A6EE0"/>
                </a:solidFill>
                <a:effectLst/>
                <a:latin typeface="Segoe UI" panose="020B0502040204020203" pitchFamily="34" charset="0"/>
                <a:hlinkClick r:id="rId3" tooltip="Original URL: https://blog.apify.com/is-web-scraping-legal/. Click or tap if you trust this link."/>
              </a:rPr>
              <a:t>https://blog.apify.com/is-web-scraping-legal/</a:t>
            </a:r>
            <a:r>
              <a:rPr lang="en-GB" b="0" i="0" dirty="0">
                <a:solidFill>
                  <a:srgbClr val="0E101A"/>
                </a:solidFill>
                <a:effectLst/>
                <a:latin typeface="Segoe UI" panose="020B0502040204020203" pitchFamily="34" charset="0"/>
              </a:rPr>
              <a:t> </a:t>
            </a:r>
            <a:r>
              <a:rPr lang="en-US" dirty="0"/>
              <a:t> </a:t>
            </a:r>
          </a:p>
        </p:txBody>
      </p:sp>
    </p:spTree>
    <p:extLst>
      <p:ext uri="{BB962C8B-B14F-4D97-AF65-F5344CB8AC3E}">
        <p14:creationId xmlns:p14="http://schemas.microsoft.com/office/powerpoint/2010/main" val="377184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41479-7B61-D9C7-1875-AD5BE892168A}"/>
              </a:ext>
            </a:extLst>
          </p:cNvPr>
          <p:cNvSpPr>
            <a:spLocks noGrp="1"/>
          </p:cNvSpPr>
          <p:nvPr>
            <p:ph type="title"/>
          </p:nvPr>
        </p:nvSpPr>
        <p:spPr/>
        <p:txBody>
          <a:bodyPr/>
          <a:lstStyle/>
          <a:p>
            <a:r>
              <a:rPr lang="en-US" b="1" dirty="0">
                <a:latin typeface="Aharoni" panose="02010803020104030203" pitchFamily="2" charset="-79"/>
                <a:cs typeface="Aharoni" panose="02010803020104030203" pitchFamily="2" charset="-79"/>
              </a:rPr>
              <a:t>Packages:</a:t>
            </a:r>
          </a:p>
        </p:txBody>
      </p:sp>
      <p:sp>
        <p:nvSpPr>
          <p:cNvPr id="3" name="Content Placeholder 2">
            <a:extLst>
              <a:ext uri="{FF2B5EF4-FFF2-40B4-BE49-F238E27FC236}">
                <a16:creationId xmlns:a16="http://schemas.microsoft.com/office/drawing/2014/main" id="{736F05D6-68D5-C8BD-BBD3-EBD3599F53AA}"/>
              </a:ext>
            </a:extLst>
          </p:cNvPr>
          <p:cNvSpPr>
            <a:spLocks noGrp="1"/>
          </p:cNvSpPr>
          <p:nvPr>
            <p:ph idx="1"/>
          </p:nvPr>
        </p:nvSpPr>
        <p:spPr/>
        <p:txBody>
          <a:bodyPr/>
          <a:lstStyle/>
          <a:p>
            <a:r>
              <a:rPr lang="en-US" b="1" dirty="0"/>
              <a:t>Beautiful Soup </a:t>
            </a:r>
            <a:r>
              <a:rPr lang="en-US" dirty="0"/>
              <a:t>- Python </a:t>
            </a:r>
            <a:r>
              <a:rPr lang="en-GB" b="0" i="0" dirty="0">
                <a:solidFill>
                  <a:srgbClr val="404040"/>
                </a:solidFill>
                <a:effectLst/>
                <a:latin typeface="Lato" panose="020F0502020204030203" pitchFamily="34" charset="0"/>
              </a:rPr>
              <a:t>library for pulling data out of HTML and XML files</a:t>
            </a:r>
          </a:p>
          <a:p>
            <a:pPr marL="0" indent="0">
              <a:buNone/>
            </a:pPr>
            <a:r>
              <a:rPr lang="en-US" i="1" dirty="0">
                <a:solidFill>
                  <a:schemeClr val="bg1">
                    <a:lumMod val="50000"/>
                  </a:schemeClr>
                </a:solidFill>
              </a:rPr>
              <a:t>Documentation</a:t>
            </a:r>
            <a:r>
              <a:rPr lang="en-US" dirty="0"/>
              <a:t>: </a:t>
            </a:r>
            <a:r>
              <a:rPr lang="en-US" dirty="0">
                <a:hlinkClick r:id="rId2"/>
              </a:rPr>
              <a:t>https://beautiful-soup-4.readthedocs.io/en/latest/</a:t>
            </a:r>
            <a:endParaRPr lang="en-US" dirty="0"/>
          </a:p>
          <a:p>
            <a:pPr marL="0" indent="0">
              <a:buNone/>
            </a:pPr>
            <a:endParaRPr lang="en-US" dirty="0"/>
          </a:p>
          <a:p>
            <a:r>
              <a:rPr lang="en-US" b="1" dirty="0"/>
              <a:t>Requests</a:t>
            </a:r>
            <a:r>
              <a:rPr lang="en-US" dirty="0"/>
              <a:t> – </a:t>
            </a:r>
            <a:r>
              <a:rPr lang="en-GB" b="0" i="0" dirty="0">
                <a:solidFill>
                  <a:srgbClr val="353740"/>
                </a:solidFill>
                <a:effectLst/>
                <a:latin typeface="ColfaxAI"/>
              </a:rPr>
              <a:t>Piton library for making simple HTTP requests, as well as more complex requests such as POST, PUT, and DELETE. </a:t>
            </a:r>
          </a:p>
          <a:p>
            <a:pPr marL="0" indent="0">
              <a:buNone/>
            </a:pPr>
            <a:r>
              <a:rPr lang="en-US" i="1" dirty="0">
                <a:solidFill>
                  <a:schemeClr val="bg1">
                    <a:lumMod val="50000"/>
                  </a:schemeClr>
                </a:solidFill>
              </a:rPr>
              <a:t>Documentation</a:t>
            </a:r>
            <a:r>
              <a:rPr lang="en-US" dirty="0"/>
              <a:t>: </a:t>
            </a:r>
            <a:r>
              <a:rPr lang="en-US" dirty="0">
                <a:hlinkClick r:id="rId3"/>
              </a:rPr>
              <a:t>https://requests.readthedocs.io/en/latest/</a:t>
            </a:r>
            <a:endParaRPr lang="en-US" dirty="0"/>
          </a:p>
          <a:p>
            <a:pPr marL="0" indent="0">
              <a:buNone/>
            </a:pPr>
            <a:endParaRPr lang="en-US" dirty="0"/>
          </a:p>
        </p:txBody>
      </p:sp>
      <p:cxnSp>
        <p:nvCxnSpPr>
          <p:cNvPr id="4" name="Straight Connector 3">
            <a:extLst>
              <a:ext uri="{FF2B5EF4-FFF2-40B4-BE49-F238E27FC236}">
                <a16:creationId xmlns:a16="http://schemas.microsoft.com/office/drawing/2014/main" id="{365327D6-9A91-6CB2-E5C1-1CF69F9E988B}"/>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131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3D5D3-A4E6-4946-B4A7-611F5C06680F}"/>
              </a:ext>
            </a:extLst>
          </p:cNvPr>
          <p:cNvSpPr>
            <a:spLocks noGrp="1"/>
          </p:cNvSpPr>
          <p:nvPr>
            <p:ph type="title"/>
          </p:nvPr>
        </p:nvSpPr>
        <p:spPr>
          <a:xfrm>
            <a:off x="599049" y="305752"/>
            <a:ext cx="11353800" cy="1325563"/>
          </a:xfrm>
        </p:spPr>
        <p:txBody>
          <a:bodyPr/>
          <a:lstStyle/>
          <a:p>
            <a:r>
              <a:rPr lang="en-US" b="1" dirty="0">
                <a:latin typeface="Aharoni" panose="02010803020104030203" pitchFamily="2" charset="-79"/>
                <a:cs typeface="Aharoni" panose="02010803020104030203" pitchFamily="2" charset="-79"/>
              </a:rPr>
              <a:t>HTML structure</a:t>
            </a:r>
          </a:p>
        </p:txBody>
      </p:sp>
      <p:cxnSp>
        <p:nvCxnSpPr>
          <p:cNvPr id="4" name="Straight Connector 3">
            <a:extLst>
              <a:ext uri="{FF2B5EF4-FFF2-40B4-BE49-F238E27FC236}">
                <a16:creationId xmlns:a16="http://schemas.microsoft.com/office/drawing/2014/main" id="{8671E30A-4D0C-F44F-90A1-0D35966E30DF}"/>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stretch>
            <a:fillRect/>
          </a:stretch>
        </p:blipFill>
        <p:spPr>
          <a:xfrm>
            <a:off x="1118313" y="1631315"/>
            <a:ext cx="8330488" cy="4532070"/>
          </a:xfrm>
          <a:prstGeom prst="rect">
            <a:avLst/>
          </a:prstGeom>
        </p:spPr>
      </p:pic>
      <p:sp>
        <p:nvSpPr>
          <p:cNvPr id="7" name="Rectangle 6"/>
          <p:cNvSpPr/>
          <p:nvPr/>
        </p:nvSpPr>
        <p:spPr>
          <a:xfrm>
            <a:off x="1455972" y="1666483"/>
            <a:ext cx="7655170" cy="4347453"/>
          </a:xfrm>
          <a:prstGeom prst="rect">
            <a:avLst/>
          </a:prstGeom>
          <a:noFill/>
          <a:ln w="25400"/>
        </p:spPr>
        <p:style>
          <a:lnRef idx="2">
            <a:schemeClr val="accent2"/>
          </a:lnRef>
          <a:fillRef idx="1">
            <a:schemeClr val="lt1"/>
          </a:fillRef>
          <a:effectRef idx="0">
            <a:schemeClr val="accent2"/>
          </a:effectRef>
          <a:fontRef idx="minor">
            <a:schemeClr val="dk1"/>
          </a:fontRef>
        </p:style>
        <p:txBody>
          <a:bodyPr rtlCol="0" anchor="ctr"/>
          <a:lstStyle/>
          <a:p>
            <a:pPr algn="ctr"/>
            <a:endParaRPr lang="en-GB">
              <a:solidFill>
                <a:srgbClr val="7030A0"/>
              </a:solidFill>
            </a:endParaRPr>
          </a:p>
        </p:txBody>
      </p:sp>
      <p:sp>
        <p:nvSpPr>
          <p:cNvPr id="8" name="Rectangle 7"/>
          <p:cNvSpPr/>
          <p:nvPr/>
        </p:nvSpPr>
        <p:spPr>
          <a:xfrm>
            <a:off x="1624802" y="2734139"/>
            <a:ext cx="7655170" cy="3023649"/>
          </a:xfrm>
          <a:prstGeom prst="rect">
            <a:avLst/>
          </a:prstGeom>
          <a:noFill/>
          <a:ln w="22225">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9" name="Rectangle 8"/>
          <p:cNvSpPr/>
          <p:nvPr/>
        </p:nvSpPr>
        <p:spPr>
          <a:xfrm>
            <a:off x="1624802" y="1860794"/>
            <a:ext cx="7655170" cy="784544"/>
          </a:xfrm>
          <a:prstGeom prst="rect">
            <a:avLst/>
          </a:prstGeom>
          <a:noFill/>
          <a:ln w="31750">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10" name="TextBox 9">
            <a:extLst>
              <a:ext uri="{FF2B5EF4-FFF2-40B4-BE49-F238E27FC236}">
                <a16:creationId xmlns:a16="http://schemas.microsoft.com/office/drawing/2014/main" id="{611DD0E8-E5FD-FD12-91CD-4546FFE5FC38}"/>
              </a:ext>
            </a:extLst>
          </p:cNvPr>
          <p:cNvSpPr txBox="1"/>
          <p:nvPr/>
        </p:nvSpPr>
        <p:spPr>
          <a:xfrm>
            <a:off x="380388" y="6178168"/>
            <a:ext cx="4396525" cy="369332"/>
          </a:xfrm>
          <a:prstGeom prst="rect">
            <a:avLst/>
          </a:prstGeom>
          <a:noFill/>
        </p:spPr>
        <p:txBody>
          <a:bodyPr wrap="none" rtlCol="0">
            <a:spAutoFit/>
          </a:bodyPr>
          <a:lstStyle/>
          <a:p>
            <a:r>
              <a:rPr lang="en-US" dirty="0">
                <a:solidFill>
                  <a:schemeClr val="accent2">
                    <a:lumMod val="75000"/>
                  </a:schemeClr>
                </a:solidFill>
              </a:rPr>
              <a:t>Html – is the root tag encapsulating the page</a:t>
            </a:r>
          </a:p>
        </p:txBody>
      </p:sp>
      <p:sp>
        <p:nvSpPr>
          <p:cNvPr id="11" name="TextBox 10">
            <a:extLst>
              <a:ext uri="{FF2B5EF4-FFF2-40B4-BE49-F238E27FC236}">
                <a16:creationId xmlns:a16="http://schemas.microsoft.com/office/drawing/2014/main" id="{63D6A009-13FC-A329-5CCD-4E519E20EAB1}"/>
              </a:ext>
            </a:extLst>
          </p:cNvPr>
          <p:cNvSpPr txBox="1"/>
          <p:nvPr/>
        </p:nvSpPr>
        <p:spPr>
          <a:xfrm>
            <a:off x="9279972" y="3360349"/>
            <a:ext cx="2923877" cy="646331"/>
          </a:xfrm>
          <a:prstGeom prst="rect">
            <a:avLst/>
          </a:prstGeom>
          <a:noFill/>
        </p:spPr>
        <p:txBody>
          <a:bodyPr wrap="none" rtlCol="0">
            <a:spAutoFit/>
          </a:bodyPr>
          <a:lstStyle/>
          <a:p>
            <a:r>
              <a:rPr lang="en-US" dirty="0">
                <a:solidFill>
                  <a:srgbClr val="00B0F0"/>
                </a:solidFill>
              </a:rPr>
              <a:t>Body – </a:t>
            </a:r>
          </a:p>
          <a:p>
            <a:r>
              <a:rPr lang="en-US" dirty="0">
                <a:solidFill>
                  <a:srgbClr val="00B0F0"/>
                </a:solidFill>
              </a:rPr>
              <a:t>the main section of the page </a:t>
            </a:r>
          </a:p>
        </p:txBody>
      </p:sp>
      <p:sp>
        <p:nvSpPr>
          <p:cNvPr id="12" name="TextBox 11">
            <a:extLst>
              <a:ext uri="{FF2B5EF4-FFF2-40B4-BE49-F238E27FC236}">
                <a16:creationId xmlns:a16="http://schemas.microsoft.com/office/drawing/2014/main" id="{79E6B46A-1CC5-6D17-FCC5-9021A7509B0F}"/>
              </a:ext>
            </a:extLst>
          </p:cNvPr>
          <p:cNvSpPr txBox="1"/>
          <p:nvPr/>
        </p:nvSpPr>
        <p:spPr>
          <a:xfrm>
            <a:off x="9279972" y="1720116"/>
            <a:ext cx="2253502" cy="1200329"/>
          </a:xfrm>
          <a:prstGeom prst="rect">
            <a:avLst/>
          </a:prstGeom>
          <a:noFill/>
        </p:spPr>
        <p:txBody>
          <a:bodyPr wrap="none" rtlCol="0">
            <a:spAutoFit/>
          </a:bodyPr>
          <a:lstStyle/>
          <a:p>
            <a:r>
              <a:rPr lang="en-US" dirty="0">
                <a:solidFill>
                  <a:schemeClr val="accent6">
                    <a:lumMod val="75000"/>
                  </a:schemeClr>
                </a:solidFill>
              </a:rPr>
              <a:t>Head-</a:t>
            </a:r>
          </a:p>
          <a:p>
            <a:r>
              <a:rPr lang="en-US" dirty="0">
                <a:solidFill>
                  <a:schemeClr val="accent6">
                    <a:lumMod val="75000"/>
                  </a:schemeClr>
                </a:solidFill>
              </a:rPr>
              <a:t>Is the invisible part of </a:t>
            </a:r>
          </a:p>
          <a:p>
            <a:r>
              <a:rPr lang="en-US" dirty="0">
                <a:solidFill>
                  <a:schemeClr val="accent6">
                    <a:lumMod val="75000"/>
                  </a:schemeClr>
                </a:solidFill>
              </a:rPr>
              <a:t>the page; title,</a:t>
            </a:r>
          </a:p>
          <a:p>
            <a:r>
              <a:rPr lang="en-US" dirty="0">
                <a:solidFill>
                  <a:schemeClr val="accent6">
                    <a:lumMod val="75000"/>
                  </a:schemeClr>
                </a:solidFill>
              </a:rPr>
              <a:t>meta tags, etc., </a:t>
            </a:r>
          </a:p>
        </p:txBody>
      </p:sp>
    </p:spTree>
    <p:extLst>
      <p:ext uri="{BB962C8B-B14F-4D97-AF65-F5344CB8AC3E}">
        <p14:creationId xmlns:p14="http://schemas.microsoft.com/office/powerpoint/2010/main" val="3897542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2ADC5-9E65-626E-6372-B36FC36064F3}"/>
              </a:ext>
            </a:extLst>
          </p:cNvPr>
          <p:cNvSpPr>
            <a:spLocks noGrp="1"/>
          </p:cNvSpPr>
          <p:nvPr>
            <p:ph type="title"/>
          </p:nvPr>
        </p:nvSpPr>
        <p:spPr/>
        <p:txBody>
          <a:bodyPr/>
          <a:lstStyle/>
          <a:p>
            <a:r>
              <a:rPr lang="en-US" b="1" dirty="0">
                <a:latin typeface="Aharoni" panose="02010803020104030203" pitchFamily="2" charset="-79"/>
                <a:cs typeface="Aharoni" panose="02010803020104030203" pitchFamily="2" charset="-79"/>
              </a:rPr>
              <a:t>The HTML as a string</a:t>
            </a:r>
          </a:p>
        </p:txBody>
      </p:sp>
      <p:pic>
        <p:nvPicPr>
          <p:cNvPr id="5" name="Content Placeholder 4" descr="Text&#10;&#10;Description automatically generated">
            <a:extLst>
              <a:ext uri="{FF2B5EF4-FFF2-40B4-BE49-F238E27FC236}">
                <a16:creationId xmlns:a16="http://schemas.microsoft.com/office/drawing/2014/main" id="{9D46DAD4-7865-0966-3D01-59E49F48D5AA}"/>
              </a:ext>
            </a:extLst>
          </p:cNvPr>
          <p:cNvPicPr>
            <a:picLocks noGrp="1" noChangeAspect="1"/>
          </p:cNvPicPr>
          <p:nvPr>
            <p:ph idx="1"/>
          </p:nvPr>
        </p:nvPicPr>
        <p:blipFill>
          <a:blip r:embed="rId2"/>
          <a:stretch>
            <a:fillRect/>
          </a:stretch>
        </p:blipFill>
        <p:spPr>
          <a:xfrm>
            <a:off x="1079500" y="1874044"/>
            <a:ext cx="10033000" cy="4254500"/>
          </a:xfrm>
        </p:spPr>
      </p:pic>
      <p:cxnSp>
        <p:nvCxnSpPr>
          <p:cNvPr id="6" name="Straight Connector 5">
            <a:extLst>
              <a:ext uri="{FF2B5EF4-FFF2-40B4-BE49-F238E27FC236}">
                <a16:creationId xmlns:a16="http://schemas.microsoft.com/office/drawing/2014/main" id="{92BE9917-F6D4-C549-4FF7-B439042DB3B2}"/>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525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98A84-9029-2046-8621-CA448DCEBCA0}"/>
              </a:ext>
            </a:extLst>
          </p:cNvPr>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Making the soup</a:t>
            </a:r>
            <a:endParaRPr lang="en-US" b="1" dirty="0">
              <a:latin typeface="Aharoni" panose="02010803020104030203" pitchFamily="2" charset="-79"/>
              <a:cs typeface="Aharoni" panose="02010803020104030203" pitchFamily="2" charset="-79"/>
            </a:endParaRPr>
          </a:p>
        </p:txBody>
      </p:sp>
      <p:sp>
        <p:nvSpPr>
          <p:cNvPr id="4" name="TextBox 3">
            <a:extLst>
              <a:ext uri="{FF2B5EF4-FFF2-40B4-BE49-F238E27FC236}">
                <a16:creationId xmlns:a16="http://schemas.microsoft.com/office/drawing/2014/main" id="{6995382B-D9C9-C649-8EE8-1B5F8180BD6D}"/>
              </a:ext>
            </a:extLst>
          </p:cNvPr>
          <p:cNvSpPr txBox="1"/>
          <p:nvPr/>
        </p:nvSpPr>
        <p:spPr>
          <a:xfrm>
            <a:off x="1042871" y="1924481"/>
            <a:ext cx="4510978" cy="2031325"/>
          </a:xfrm>
          <a:prstGeom prst="rect">
            <a:avLst/>
          </a:prstGeom>
          <a:noFill/>
        </p:spPr>
        <p:txBody>
          <a:bodyPr wrap="none" rtlCol="0">
            <a:spAutoFit/>
          </a:bodyPr>
          <a:lstStyle/>
          <a:p>
            <a:br>
              <a:rPr lang="en-GB" dirty="0"/>
            </a:br>
            <a:r>
              <a:rPr lang="en-GB" b="1" dirty="0">
                <a:solidFill>
                  <a:srgbClr val="0A007C"/>
                </a:solidFill>
                <a:highlight>
                  <a:srgbClr val="FFFF00"/>
                </a:highlight>
              </a:rPr>
              <a:t>from</a:t>
            </a:r>
            <a:r>
              <a:rPr lang="en-GB" b="1" dirty="0">
                <a:highlight>
                  <a:srgbClr val="FFFF00"/>
                </a:highlight>
              </a:rPr>
              <a:t> </a:t>
            </a:r>
            <a:r>
              <a:rPr lang="en-GB" dirty="0">
                <a:highlight>
                  <a:srgbClr val="FFFF00"/>
                </a:highlight>
              </a:rPr>
              <a:t>bs4 </a:t>
            </a:r>
            <a:r>
              <a:rPr lang="en-GB" b="1" dirty="0">
                <a:solidFill>
                  <a:srgbClr val="0A007C"/>
                </a:solidFill>
                <a:highlight>
                  <a:srgbClr val="FFFF00"/>
                </a:highlight>
              </a:rPr>
              <a:t>import</a:t>
            </a:r>
            <a:r>
              <a:rPr lang="en-GB" b="1" dirty="0">
                <a:highlight>
                  <a:srgbClr val="FFFF00"/>
                </a:highlight>
              </a:rPr>
              <a:t> </a:t>
            </a:r>
            <a:r>
              <a:rPr lang="en-GB" dirty="0">
                <a:highlight>
                  <a:srgbClr val="FFFF00"/>
                </a:highlight>
              </a:rPr>
              <a:t>Beautiful Soup</a:t>
            </a:r>
            <a:br>
              <a:rPr lang="en-GB" dirty="0"/>
            </a:br>
            <a:endParaRPr lang="en-GB" dirty="0"/>
          </a:p>
          <a:p>
            <a:r>
              <a:rPr lang="en-GB" dirty="0"/>
              <a:t>soup = </a:t>
            </a:r>
            <a:r>
              <a:rPr lang="en-GB" dirty="0" err="1"/>
              <a:t>BeautifulSoup</a:t>
            </a:r>
            <a:r>
              <a:rPr lang="en-GB" dirty="0"/>
              <a:t>(</a:t>
            </a:r>
            <a:r>
              <a:rPr lang="en-GB" dirty="0" err="1"/>
              <a:t>html_doc</a:t>
            </a:r>
            <a:r>
              <a:rPr lang="en-GB" dirty="0"/>
              <a:t>, </a:t>
            </a:r>
            <a:r>
              <a:rPr lang="en-GB" dirty="0">
                <a:solidFill>
                  <a:srgbClr val="067D17"/>
                </a:solidFill>
                <a:effectLst/>
              </a:rPr>
              <a:t>'</a:t>
            </a:r>
            <a:r>
              <a:rPr lang="en-GB" dirty="0" err="1">
                <a:solidFill>
                  <a:srgbClr val="067D17"/>
                </a:solidFill>
                <a:effectLst/>
              </a:rPr>
              <a:t>html.parser</a:t>
            </a:r>
            <a:r>
              <a:rPr lang="en-GB" dirty="0">
                <a:solidFill>
                  <a:srgbClr val="067D17"/>
                </a:solidFill>
                <a:effectLst/>
              </a:rPr>
              <a:t>’</a:t>
            </a:r>
            <a:r>
              <a:rPr lang="en-GB" dirty="0"/>
              <a:t>)</a:t>
            </a:r>
            <a:br>
              <a:rPr lang="en-GB" dirty="0"/>
            </a:br>
            <a:endParaRPr lang="en-GB" dirty="0"/>
          </a:p>
          <a:p>
            <a:r>
              <a:rPr lang="en-GB" dirty="0">
                <a:solidFill>
                  <a:srgbClr val="000080"/>
                </a:solidFill>
                <a:effectLst/>
              </a:rPr>
              <a:t>print</a:t>
            </a:r>
            <a:r>
              <a:rPr lang="en-GB" dirty="0"/>
              <a:t>(</a:t>
            </a:r>
            <a:r>
              <a:rPr lang="en-GB" dirty="0" err="1"/>
              <a:t>soup.prettify</a:t>
            </a:r>
            <a:r>
              <a:rPr lang="en-GB" dirty="0"/>
              <a:t>())</a:t>
            </a:r>
            <a:br>
              <a:rPr lang="en-GB" dirty="0"/>
            </a:br>
            <a:endParaRPr lang="en-US" dirty="0"/>
          </a:p>
        </p:txBody>
      </p:sp>
      <p:sp>
        <p:nvSpPr>
          <p:cNvPr id="6" name="Rectangle 5">
            <a:extLst>
              <a:ext uri="{FF2B5EF4-FFF2-40B4-BE49-F238E27FC236}">
                <a16:creationId xmlns:a16="http://schemas.microsoft.com/office/drawing/2014/main" id="{0C8B5601-D385-FB44-911A-1F1CBA9D939C}"/>
              </a:ext>
            </a:extLst>
          </p:cNvPr>
          <p:cNvSpPr/>
          <p:nvPr/>
        </p:nvSpPr>
        <p:spPr>
          <a:xfrm>
            <a:off x="838200" y="1690688"/>
            <a:ext cx="6624918" cy="3042674"/>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7C8ACEB3-405B-2D4F-8E76-CF36F50B0DF0}"/>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249C35E-6315-368E-E3E1-96FFD36014DD}"/>
              </a:ext>
            </a:extLst>
          </p:cNvPr>
          <p:cNvSpPr txBox="1"/>
          <p:nvPr/>
        </p:nvSpPr>
        <p:spPr>
          <a:xfrm>
            <a:off x="466271" y="5103522"/>
            <a:ext cx="10799751" cy="400110"/>
          </a:xfrm>
          <a:prstGeom prst="rect">
            <a:avLst/>
          </a:prstGeom>
          <a:noFill/>
        </p:spPr>
        <p:txBody>
          <a:bodyPr wrap="none" rtlCol="0">
            <a:spAutoFit/>
          </a:bodyPr>
          <a:lstStyle/>
          <a:p>
            <a:r>
              <a:rPr lang="en-GB" sz="2000" b="1" i="0" dirty="0">
                <a:solidFill>
                  <a:srgbClr val="404040"/>
                </a:solidFill>
                <a:effectLst/>
                <a:latin typeface="Lato" panose="020F0502020204030203" pitchFamily="34" charset="0"/>
              </a:rPr>
              <a:t>Beautiful Soup transforms a complex HTML document into a complex tree of Python objects.</a:t>
            </a:r>
            <a:endParaRPr lang="en-US" sz="2000" b="1" dirty="0"/>
          </a:p>
        </p:txBody>
      </p:sp>
      <p:sp>
        <p:nvSpPr>
          <p:cNvPr id="5" name="TextBox 4">
            <a:extLst>
              <a:ext uri="{FF2B5EF4-FFF2-40B4-BE49-F238E27FC236}">
                <a16:creationId xmlns:a16="http://schemas.microsoft.com/office/drawing/2014/main" id="{AADEA745-0FBA-9191-552C-69EC468171A2}"/>
              </a:ext>
            </a:extLst>
          </p:cNvPr>
          <p:cNvSpPr txBox="1"/>
          <p:nvPr/>
        </p:nvSpPr>
        <p:spPr>
          <a:xfrm>
            <a:off x="3298360" y="4458772"/>
            <a:ext cx="1594347" cy="369332"/>
          </a:xfrm>
          <a:prstGeom prst="rect">
            <a:avLst/>
          </a:prstGeom>
          <a:noFill/>
        </p:spPr>
        <p:txBody>
          <a:bodyPr wrap="none" rtlCol="0">
            <a:spAutoFit/>
          </a:bodyPr>
          <a:lstStyle/>
          <a:p>
            <a:r>
              <a:rPr lang="en-US" b="1" dirty="0">
                <a:solidFill>
                  <a:srgbClr val="0070C0"/>
                </a:solidFill>
              </a:rPr>
              <a:t>HTML as string</a:t>
            </a:r>
          </a:p>
        </p:txBody>
      </p:sp>
      <p:sp>
        <p:nvSpPr>
          <p:cNvPr id="8" name="TextBox 7">
            <a:extLst>
              <a:ext uri="{FF2B5EF4-FFF2-40B4-BE49-F238E27FC236}">
                <a16:creationId xmlns:a16="http://schemas.microsoft.com/office/drawing/2014/main" id="{F7E19F7C-62FA-24EC-A669-23F4E3BC691E}"/>
              </a:ext>
            </a:extLst>
          </p:cNvPr>
          <p:cNvSpPr txBox="1"/>
          <p:nvPr/>
        </p:nvSpPr>
        <p:spPr>
          <a:xfrm>
            <a:off x="5421387" y="4484461"/>
            <a:ext cx="784895" cy="369332"/>
          </a:xfrm>
          <a:prstGeom prst="rect">
            <a:avLst/>
          </a:prstGeom>
          <a:noFill/>
        </p:spPr>
        <p:txBody>
          <a:bodyPr wrap="none" rtlCol="0">
            <a:spAutoFit/>
          </a:bodyPr>
          <a:lstStyle/>
          <a:p>
            <a:r>
              <a:rPr lang="en-US" b="1" dirty="0">
                <a:solidFill>
                  <a:srgbClr val="0070C0"/>
                </a:solidFill>
              </a:rPr>
              <a:t>Parser</a:t>
            </a:r>
          </a:p>
        </p:txBody>
      </p:sp>
      <p:cxnSp>
        <p:nvCxnSpPr>
          <p:cNvPr id="10" name="Straight Connector 9">
            <a:extLst>
              <a:ext uri="{FF2B5EF4-FFF2-40B4-BE49-F238E27FC236}">
                <a16:creationId xmlns:a16="http://schemas.microsoft.com/office/drawing/2014/main" id="{93DDEC94-B5F9-6E9E-D6DA-FBDA191E9247}"/>
              </a:ext>
            </a:extLst>
          </p:cNvPr>
          <p:cNvCxnSpPr>
            <a:cxnSpLocks/>
            <a:stCxn id="5" idx="0"/>
          </p:cNvCxnSpPr>
          <p:nvPr/>
        </p:nvCxnSpPr>
        <p:spPr>
          <a:xfrm flipH="1" flipV="1">
            <a:off x="3597965" y="3027359"/>
            <a:ext cx="497569" cy="1431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658845-053C-8720-F68E-ACB6A02CC6E5}"/>
              </a:ext>
            </a:extLst>
          </p:cNvPr>
          <p:cNvCxnSpPr>
            <a:cxnSpLocks/>
          </p:cNvCxnSpPr>
          <p:nvPr/>
        </p:nvCxnSpPr>
        <p:spPr>
          <a:xfrm flipH="1" flipV="1">
            <a:off x="5029200" y="3027359"/>
            <a:ext cx="667360" cy="1359077"/>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D0B7BBB-EB23-0B84-B9CB-E24592E2669B}"/>
              </a:ext>
            </a:extLst>
          </p:cNvPr>
          <p:cNvSpPr txBox="1"/>
          <p:nvPr/>
        </p:nvSpPr>
        <p:spPr>
          <a:xfrm>
            <a:off x="705728" y="5872964"/>
            <a:ext cx="6282041" cy="646331"/>
          </a:xfrm>
          <a:prstGeom prst="rect">
            <a:avLst/>
          </a:prstGeom>
          <a:noFill/>
        </p:spPr>
        <p:txBody>
          <a:bodyPr wrap="none" rtlCol="0">
            <a:spAutoFit/>
          </a:bodyPr>
          <a:lstStyle/>
          <a:p>
            <a:r>
              <a:rPr lang="en-GB" b="1" dirty="0"/>
              <a:t>“Beautiful Soup Documentation” as a .pdf</a:t>
            </a:r>
          </a:p>
          <a:p>
            <a:r>
              <a:rPr lang="en-GB" dirty="0">
                <a:hlinkClick r:id="rId2"/>
              </a:rPr>
              <a:t>Beautiful Soup Documentation (beautiful-soup-4.readthedocs.io)</a:t>
            </a:r>
            <a:endParaRPr lang="en-US" dirty="0"/>
          </a:p>
        </p:txBody>
      </p:sp>
    </p:spTree>
    <p:extLst>
      <p:ext uri="{BB962C8B-B14F-4D97-AF65-F5344CB8AC3E}">
        <p14:creationId xmlns:p14="http://schemas.microsoft.com/office/powerpoint/2010/main" val="343750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Beautiful Soup parsers </a:t>
            </a:r>
          </a:p>
        </p:txBody>
      </p:sp>
      <p:sp>
        <p:nvSpPr>
          <p:cNvPr id="3" name="Content Placeholder 2"/>
          <p:cNvSpPr>
            <a:spLocks noGrp="1"/>
          </p:cNvSpPr>
          <p:nvPr>
            <p:ph idx="1"/>
          </p:nvPr>
        </p:nvSpPr>
        <p:spPr>
          <a:xfrm>
            <a:off x="838200" y="1573714"/>
            <a:ext cx="10515600" cy="4351338"/>
          </a:xfrm>
        </p:spPr>
        <p:txBody>
          <a:bodyPr>
            <a:normAutofit/>
          </a:bodyPr>
          <a:lstStyle/>
          <a:p>
            <a:r>
              <a:rPr lang="en-GB" sz="2000" dirty="0">
                <a:latin typeface="Arial" panose="020B0604020202020204" pitchFamily="34" charset="0"/>
                <a:cs typeface="Arial" panose="020B0604020202020204" pitchFamily="34" charset="0"/>
              </a:rPr>
              <a:t>There are other parsers available</a:t>
            </a:r>
          </a:p>
          <a:p>
            <a:r>
              <a:rPr lang="en-GB" sz="2000" dirty="0">
                <a:solidFill>
                  <a:srgbClr val="404040"/>
                </a:solidFill>
                <a:latin typeface="Arial" panose="020B0604020202020204" pitchFamily="34" charset="0"/>
                <a:cs typeface="Arial" panose="020B0604020202020204" pitchFamily="34" charset="0"/>
              </a:rPr>
              <a:t>D</a:t>
            </a:r>
            <a:r>
              <a:rPr lang="en-GB" sz="2000" b="0" i="0" dirty="0">
                <a:solidFill>
                  <a:srgbClr val="404040"/>
                </a:solidFill>
                <a:effectLst/>
                <a:latin typeface="Arial" panose="020B0604020202020204" pitchFamily="34" charset="0"/>
                <a:cs typeface="Arial" panose="020B0604020202020204" pitchFamily="34" charset="0"/>
              </a:rPr>
              <a:t>ifferent </a:t>
            </a:r>
            <a:r>
              <a:rPr lang="en-GB" sz="2000" i="0" dirty="0">
                <a:solidFill>
                  <a:srgbClr val="404040"/>
                </a:solidFill>
                <a:effectLst/>
                <a:latin typeface="Arial" panose="020B0604020202020204" pitchFamily="34" charset="0"/>
                <a:cs typeface="Arial" panose="020B0604020202020204" pitchFamily="34" charset="0"/>
              </a:rPr>
              <a:t>parsers</a:t>
            </a:r>
            <a:r>
              <a:rPr lang="en-GB" sz="2000" b="0" i="0" dirty="0">
                <a:solidFill>
                  <a:srgbClr val="404040"/>
                </a:solidFill>
                <a:effectLst/>
                <a:latin typeface="Arial" panose="020B0604020202020204" pitchFamily="34" charset="0"/>
                <a:cs typeface="Arial" panose="020B0604020202020204" pitchFamily="34" charset="0"/>
              </a:rPr>
              <a:t> will give different results</a:t>
            </a:r>
          </a:p>
          <a:p>
            <a:r>
              <a:rPr lang="en-GB" sz="2000" dirty="0">
                <a:solidFill>
                  <a:srgbClr val="404040"/>
                </a:solidFill>
                <a:latin typeface="Arial" panose="020B0604020202020204" pitchFamily="34" charset="0"/>
                <a:cs typeface="Arial" panose="020B0604020202020204" pitchFamily="34" charset="0"/>
              </a:rPr>
              <a:t>Some needs to be explicitly install </a:t>
            </a:r>
            <a:r>
              <a:rPr lang="en-GB" sz="2000" dirty="0">
                <a:latin typeface="Arial" panose="020B0604020202020204" pitchFamily="34" charset="0"/>
                <a:cs typeface="Arial" panose="020B0604020202020204" pitchFamily="34" charset="0"/>
              </a:rPr>
              <a:t> </a:t>
            </a:r>
          </a:p>
          <a:p>
            <a:r>
              <a:rPr lang="en-GB" sz="2000" dirty="0"/>
              <a:t>Example:</a:t>
            </a:r>
          </a:p>
          <a:p>
            <a:pPr lvl="1"/>
            <a:r>
              <a:rPr lang="en-GB" sz="2000" dirty="0">
                <a:solidFill>
                  <a:srgbClr val="5CA363"/>
                </a:solidFill>
              </a:rPr>
              <a:t>“</a:t>
            </a:r>
            <a:r>
              <a:rPr lang="en-GB" sz="2000" dirty="0" err="1">
                <a:solidFill>
                  <a:srgbClr val="5CA363"/>
                </a:solidFill>
              </a:rPr>
              <a:t>html.parser</a:t>
            </a:r>
            <a:r>
              <a:rPr lang="en-GB" sz="2000" dirty="0">
                <a:solidFill>
                  <a:srgbClr val="5CA363"/>
                </a:solidFill>
              </a:rPr>
              <a:t>” </a:t>
            </a:r>
            <a:r>
              <a:rPr lang="en-GB" sz="2000" i="1" dirty="0"/>
              <a:t>(support html) </a:t>
            </a:r>
          </a:p>
          <a:p>
            <a:pPr lvl="1"/>
            <a:r>
              <a:rPr lang="en-GB" sz="2000" dirty="0">
                <a:solidFill>
                  <a:srgbClr val="5CA363"/>
                </a:solidFill>
              </a:rPr>
              <a:t>“</a:t>
            </a:r>
            <a:r>
              <a:rPr lang="en-GB" sz="2000" dirty="0" err="1">
                <a:solidFill>
                  <a:srgbClr val="5CA363"/>
                </a:solidFill>
              </a:rPr>
              <a:t>lxml</a:t>
            </a:r>
            <a:r>
              <a:rPr lang="en-GB" sz="2000" dirty="0">
                <a:solidFill>
                  <a:srgbClr val="5CA363"/>
                </a:solidFill>
              </a:rPr>
              <a:t>” </a:t>
            </a:r>
            <a:r>
              <a:rPr lang="en-GB" sz="2000" i="1" dirty="0"/>
              <a:t>(support xml)</a:t>
            </a:r>
          </a:p>
          <a:p>
            <a:pPr lvl="1"/>
            <a:r>
              <a:rPr lang="en-GB" sz="2000" dirty="0">
                <a:solidFill>
                  <a:srgbClr val="5CA363"/>
                </a:solidFill>
              </a:rPr>
              <a:t>“html5lib” </a:t>
            </a:r>
            <a:r>
              <a:rPr lang="en-GB" sz="2000" i="1" dirty="0"/>
              <a:t>(creates valid HTML5 )</a:t>
            </a:r>
          </a:p>
        </p:txBody>
      </p:sp>
      <p:cxnSp>
        <p:nvCxnSpPr>
          <p:cNvPr id="14" name="Straight Connector 13">
            <a:extLst>
              <a:ext uri="{FF2B5EF4-FFF2-40B4-BE49-F238E27FC236}">
                <a16:creationId xmlns:a16="http://schemas.microsoft.com/office/drawing/2014/main" id="{7C8ACEB3-405B-2D4F-8E76-CF36F50B0DF0}"/>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6689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F4153-A90E-ACFF-9AA8-C018191FB701}"/>
              </a:ext>
            </a:extLst>
          </p:cNvPr>
          <p:cNvSpPr>
            <a:spLocks noGrp="1"/>
          </p:cNvSpPr>
          <p:nvPr>
            <p:ph type="title"/>
          </p:nvPr>
        </p:nvSpPr>
        <p:spPr/>
        <p:txBody>
          <a:bodyPr/>
          <a:lstStyle/>
          <a:p>
            <a:r>
              <a:rPr lang="en-GB" b="0" i="0" dirty="0">
                <a:solidFill>
                  <a:srgbClr val="404040"/>
                </a:solidFill>
                <a:effectLst/>
                <a:latin typeface="Aharoni" panose="02010803020104030203" pitchFamily="2" charset="-79"/>
                <a:cs typeface="Aharoni" panose="02010803020104030203" pitchFamily="2" charset="-79"/>
              </a:rPr>
              <a:t>A simple ways to navigate </a:t>
            </a:r>
            <a:r>
              <a:rPr lang="en-GB" b="1" dirty="0">
                <a:solidFill>
                  <a:srgbClr val="404040"/>
                </a:solidFill>
                <a:latin typeface="Aharoni" panose="02010803020104030203" pitchFamily="2" charset="-79"/>
                <a:cs typeface="Aharoni" panose="02010803020104030203" pitchFamily="2" charset="-79"/>
              </a:rPr>
              <a:t>html</a:t>
            </a:r>
            <a:r>
              <a:rPr lang="en-GB" sz="4400" b="1" i="0" dirty="0">
                <a:solidFill>
                  <a:srgbClr val="404040"/>
                </a:solidFill>
                <a:effectLst/>
                <a:latin typeface="Aharoni" panose="02010803020104030203" pitchFamily="2" charset="-79"/>
                <a:cs typeface="Aharoni" panose="02010803020104030203" pitchFamily="2" charset="-79"/>
              </a:rPr>
              <a:t> tree:</a:t>
            </a:r>
            <a:endParaRPr lang="en-US" dirty="0">
              <a:latin typeface="Aharoni" panose="02010803020104030203" pitchFamily="2" charset="-79"/>
              <a:cs typeface="Aharoni" panose="02010803020104030203" pitchFamily="2" charset="-79"/>
            </a:endParaRPr>
          </a:p>
        </p:txBody>
      </p:sp>
      <p:pic>
        <p:nvPicPr>
          <p:cNvPr id="5" name="Content Placeholder 4" descr="Graphical user interface, text, application, email&#10;&#10;Description automatically generated">
            <a:extLst>
              <a:ext uri="{FF2B5EF4-FFF2-40B4-BE49-F238E27FC236}">
                <a16:creationId xmlns:a16="http://schemas.microsoft.com/office/drawing/2014/main" id="{375397EF-1C0C-0E1B-44F8-70C6DC0E6110}"/>
              </a:ext>
            </a:extLst>
          </p:cNvPr>
          <p:cNvPicPr>
            <a:picLocks noGrp="1" noChangeAspect="1"/>
          </p:cNvPicPr>
          <p:nvPr>
            <p:ph idx="1"/>
          </p:nvPr>
        </p:nvPicPr>
        <p:blipFill rotWithShape="1">
          <a:blip r:embed="rId3"/>
          <a:srcRect r="11797"/>
          <a:stretch/>
        </p:blipFill>
        <p:spPr>
          <a:xfrm>
            <a:off x="838200" y="1690688"/>
            <a:ext cx="4804461" cy="4694145"/>
          </a:xfrm>
        </p:spPr>
      </p:pic>
      <p:pic>
        <p:nvPicPr>
          <p:cNvPr id="6" name="Picture 5">
            <a:extLst>
              <a:ext uri="{FF2B5EF4-FFF2-40B4-BE49-F238E27FC236}">
                <a16:creationId xmlns:a16="http://schemas.microsoft.com/office/drawing/2014/main" id="{B29C3082-4414-1BF4-3465-D39A2D113160}"/>
              </a:ext>
            </a:extLst>
          </p:cNvPr>
          <p:cNvPicPr>
            <a:picLocks noChangeAspect="1"/>
          </p:cNvPicPr>
          <p:nvPr/>
        </p:nvPicPr>
        <p:blipFill>
          <a:blip r:embed="rId4"/>
          <a:stretch>
            <a:fillRect/>
          </a:stretch>
        </p:blipFill>
        <p:spPr>
          <a:xfrm>
            <a:off x="6096000" y="1908575"/>
            <a:ext cx="5989949" cy="3258737"/>
          </a:xfrm>
          <a:prstGeom prst="rect">
            <a:avLst/>
          </a:prstGeom>
        </p:spPr>
      </p:pic>
      <p:cxnSp>
        <p:nvCxnSpPr>
          <p:cNvPr id="8" name="Straight Arrow Connector 7">
            <a:extLst>
              <a:ext uri="{FF2B5EF4-FFF2-40B4-BE49-F238E27FC236}">
                <a16:creationId xmlns:a16="http://schemas.microsoft.com/office/drawing/2014/main" id="{99239CFE-78E1-C043-82E5-DE198E32E09E}"/>
              </a:ext>
            </a:extLst>
          </p:cNvPr>
          <p:cNvCxnSpPr>
            <a:cxnSpLocks/>
          </p:cNvCxnSpPr>
          <p:nvPr/>
        </p:nvCxnSpPr>
        <p:spPr>
          <a:xfrm>
            <a:off x="2218765" y="1832112"/>
            <a:ext cx="4343400" cy="507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91A67FD-09B8-F72C-89D8-94AA39529321}"/>
              </a:ext>
            </a:extLst>
          </p:cNvPr>
          <p:cNvCxnSpPr>
            <a:cxnSpLocks/>
          </p:cNvCxnSpPr>
          <p:nvPr/>
        </p:nvCxnSpPr>
        <p:spPr>
          <a:xfrm>
            <a:off x="2391087" y="2339788"/>
            <a:ext cx="41710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B02844D-85FF-4D89-0655-36F8FC065081}"/>
              </a:ext>
            </a:extLst>
          </p:cNvPr>
          <p:cNvCxnSpPr>
            <a:cxnSpLocks/>
          </p:cNvCxnSpPr>
          <p:nvPr/>
        </p:nvCxnSpPr>
        <p:spPr>
          <a:xfrm flipV="1">
            <a:off x="2608729" y="2460812"/>
            <a:ext cx="4814047" cy="363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9E183CC-3596-CFCF-98C9-C322FB7E99A3}"/>
              </a:ext>
            </a:extLst>
          </p:cNvPr>
          <p:cNvCxnSpPr>
            <a:cxnSpLocks/>
          </p:cNvCxnSpPr>
          <p:nvPr/>
        </p:nvCxnSpPr>
        <p:spPr>
          <a:xfrm flipV="1">
            <a:off x="2781052" y="2629601"/>
            <a:ext cx="3750233" cy="690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E501837-D5EB-228A-E169-7BE93C3E50C5}"/>
              </a:ext>
            </a:extLst>
          </p:cNvPr>
          <p:cNvCxnSpPr>
            <a:cxnSpLocks/>
          </p:cNvCxnSpPr>
          <p:nvPr/>
        </p:nvCxnSpPr>
        <p:spPr>
          <a:xfrm flipV="1">
            <a:off x="2031503" y="2940354"/>
            <a:ext cx="4499782" cy="859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12533C4-D6F2-AF95-AFFC-D4820C87C8C1}"/>
              </a:ext>
            </a:extLst>
          </p:cNvPr>
          <p:cNvCxnSpPr>
            <a:cxnSpLocks/>
          </p:cNvCxnSpPr>
          <p:nvPr/>
        </p:nvCxnSpPr>
        <p:spPr>
          <a:xfrm flipV="1">
            <a:off x="2391087" y="2988888"/>
            <a:ext cx="4140198" cy="128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83BC9BF-76C2-2D4E-394C-31289446F7AA}"/>
              </a:ext>
            </a:extLst>
          </p:cNvPr>
          <p:cNvCxnSpPr>
            <a:cxnSpLocks/>
          </p:cNvCxnSpPr>
          <p:nvPr/>
        </p:nvCxnSpPr>
        <p:spPr>
          <a:xfrm flipV="1">
            <a:off x="2107203" y="3529397"/>
            <a:ext cx="4683319" cy="1182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92F6894-0BB9-40D3-AB58-DA35F6382BB4}"/>
              </a:ext>
            </a:extLst>
          </p:cNvPr>
          <p:cNvCxnSpPr>
            <a:cxnSpLocks/>
          </p:cNvCxnSpPr>
          <p:nvPr/>
        </p:nvCxnSpPr>
        <p:spPr>
          <a:xfrm flipV="1">
            <a:off x="2781052" y="3800162"/>
            <a:ext cx="3957539" cy="1415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D6F57AB-8A27-447B-0EAA-40A881B57C10}"/>
              </a:ext>
            </a:extLst>
          </p:cNvPr>
          <p:cNvCxnSpPr>
            <a:cxnSpLocks/>
          </p:cNvCxnSpPr>
          <p:nvPr/>
        </p:nvCxnSpPr>
        <p:spPr>
          <a:xfrm flipV="1">
            <a:off x="2781052" y="3926541"/>
            <a:ext cx="7949701" cy="2043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EE45C8A9-07C4-E44E-15D4-46D40F1D95FA}"/>
              </a:ext>
            </a:extLst>
          </p:cNvPr>
          <p:cNvSpPr/>
          <p:nvPr/>
        </p:nvSpPr>
        <p:spPr>
          <a:xfrm>
            <a:off x="891525" y="1719396"/>
            <a:ext cx="4804461" cy="4802188"/>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08B22FE0-0FFE-554D-E16C-9AE9D9ABD861}"/>
              </a:ext>
            </a:extLst>
          </p:cNvPr>
          <p:cNvSpPr txBox="1"/>
          <p:nvPr/>
        </p:nvSpPr>
        <p:spPr>
          <a:xfrm>
            <a:off x="3079376" y="1343859"/>
            <a:ext cx="639919" cy="369332"/>
          </a:xfrm>
          <a:prstGeom prst="rect">
            <a:avLst/>
          </a:prstGeom>
          <a:noFill/>
        </p:spPr>
        <p:txBody>
          <a:bodyPr wrap="none" rtlCol="0">
            <a:spAutoFit/>
          </a:bodyPr>
          <a:lstStyle/>
          <a:p>
            <a:r>
              <a:rPr lang="en-US" dirty="0"/>
              <a:t>soup</a:t>
            </a:r>
          </a:p>
        </p:txBody>
      </p:sp>
      <p:sp>
        <p:nvSpPr>
          <p:cNvPr id="44" name="TextBox 43">
            <a:extLst>
              <a:ext uri="{FF2B5EF4-FFF2-40B4-BE49-F238E27FC236}">
                <a16:creationId xmlns:a16="http://schemas.microsoft.com/office/drawing/2014/main" id="{ACDEC607-1F1E-5674-9488-CDA62E6842F6}"/>
              </a:ext>
            </a:extLst>
          </p:cNvPr>
          <p:cNvSpPr txBox="1"/>
          <p:nvPr/>
        </p:nvSpPr>
        <p:spPr>
          <a:xfrm>
            <a:off x="8193397" y="1332608"/>
            <a:ext cx="736099" cy="369332"/>
          </a:xfrm>
          <a:prstGeom prst="rect">
            <a:avLst/>
          </a:prstGeom>
          <a:noFill/>
        </p:spPr>
        <p:txBody>
          <a:bodyPr wrap="none" rtlCol="0">
            <a:spAutoFit/>
          </a:bodyPr>
          <a:lstStyle/>
          <a:p>
            <a:r>
              <a:rPr lang="en-US" dirty="0"/>
              <a:t>HTML</a:t>
            </a:r>
          </a:p>
        </p:txBody>
      </p:sp>
      <p:cxnSp>
        <p:nvCxnSpPr>
          <p:cNvPr id="45" name="Straight Connector 44">
            <a:extLst>
              <a:ext uri="{FF2B5EF4-FFF2-40B4-BE49-F238E27FC236}">
                <a16:creationId xmlns:a16="http://schemas.microsoft.com/office/drawing/2014/main" id="{187AAFBD-D518-3785-7150-4B247CF2CAB6}"/>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424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98A84-9029-2046-8621-CA448DCEBCA0}"/>
              </a:ext>
            </a:extLst>
          </p:cNvPr>
          <p:cNvSpPr>
            <a:spLocks noGrp="1"/>
          </p:cNvSpPr>
          <p:nvPr>
            <p:ph type="title"/>
          </p:nvPr>
        </p:nvSpPr>
        <p:spPr/>
        <p:txBody>
          <a:bodyPr/>
          <a:lstStyle/>
          <a:p>
            <a:r>
              <a:rPr kumimoji="0" lang="en-US" altLang="en-US" sz="4400" b="1" u="none" strike="noStrike" cap="none" normalizeH="0" baseline="0" dirty="0">
                <a:ln>
                  <a:noFill/>
                </a:ln>
                <a:solidFill>
                  <a:schemeClr val="tx1"/>
                </a:solidFill>
                <a:effectLst/>
                <a:latin typeface="Aharoni" panose="02010803020104030203" pitchFamily="2" charset="-79"/>
                <a:cs typeface="Aharoni" panose="02010803020104030203" pitchFamily="2" charset="-79"/>
              </a:rPr>
              <a:t>Beautiful-Soup</a:t>
            </a:r>
            <a:r>
              <a:rPr kumimoji="0" lang="en-US" altLang="en-US" sz="4400" b="1"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GB" b="1" dirty="0">
                <a:latin typeface="Aharoni" panose="02010803020104030203" pitchFamily="2" charset="-79"/>
                <a:cs typeface="Aharoni" panose="02010803020104030203" pitchFamily="2" charset="-79"/>
              </a:rPr>
              <a:t>objects</a:t>
            </a:r>
          </a:p>
        </p:txBody>
      </p:sp>
      <p:cxnSp>
        <p:nvCxnSpPr>
          <p:cNvPr id="7" name="Straight Connector 6">
            <a:extLst>
              <a:ext uri="{FF2B5EF4-FFF2-40B4-BE49-F238E27FC236}">
                <a16:creationId xmlns:a16="http://schemas.microsoft.com/office/drawing/2014/main" id="{7C8ACEB3-405B-2D4F-8E76-CF36F50B0DF0}"/>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1"/>
          <p:cNvSpPr>
            <a:spLocks noChangeArrowheads="1"/>
          </p:cNvSpPr>
          <p:nvPr/>
        </p:nvSpPr>
        <p:spPr bwMode="auto">
          <a:xfrm flipH="1">
            <a:off x="624254" y="1380414"/>
            <a:ext cx="1094349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u="none" strike="noStrike" cap="none" normalizeH="0" baseline="0" dirty="0">
                <a:ln>
                  <a:noFill/>
                </a:ln>
                <a:solidFill>
                  <a:schemeClr val="tx1"/>
                </a:solidFill>
                <a:effectLst/>
                <a:latin typeface="Arial" panose="020B0604020202020204" pitchFamily="34" charset="0"/>
                <a:cs typeface="Arial" panose="020B0604020202020204" pitchFamily="34" charset="0"/>
              </a:rPr>
              <a:t>We can only ever have </a:t>
            </a:r>
            <a:r>
              <a:rPr kumimoji="0" lang="en-US" altLang="en-US" sz="2000" b="1" u="none" strike="noStrike" cap="none" normalizeH="0" baseline="0" dirty="0">
                <a:ln>
                  <a:noFill/>
                </a:ln>
                <a:solidFill>
                  <a:schemeClr val="tx1"/>
                </a:solidFill>
                <a:effectLst/>
                <a:latin typeface="Arial" panose="020B0604020202020204" pitchFamily="34" charset="0"/>
                <a:cs typeface="Arial" panose="020B0604020202020204" pitchFamily="34" charset="0"/>
              </a:rPr>
              <a:t>four</a:t>
            </a:r>
            <a:r>
              <a:rPr kumimoji="0" lang="en-US" altLang="en-US" sz="2000" b="0" u="none" strike="noStrike" cap="none" normalizeH="0" baseline="0" dirty="0">
                <a:ln>
                  <a:noFill/>
                </a:ln>
                <a:solidFill>
                  <a:schemeClr val="tx1"/>
                </a:solidFill>
                <a:effectLst/>
                <a:latin typeface="Arial" panose="020B0604020202020204" pitchFamily="34" charset="0"/>
                <a:cs typeface="Arial" panose="020B0604020202020204" pitchFamily="34" charset="0"/>
              </a:rPr>
              <a:t> kinds of objects: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i="1" dirty="0">
                <a:solidFill>
                  <a:schemeClr val="accent6">
                    <a:lumMod val="50000"/>
                  </a:schemeClr>
                </a:solidFill>
                <a:latin typeface="Arial" panose="020B0604020202020204" pitchFamily="34" charset="0"/>
                <a:cs typeface="Arial" panose="020B0604020202020204" pitchFamily="34" charset="0"/>
              </a:rPr>
              <a:t>soup = </a:t>
            </a:r>
            <a:r>
              <a:rPr lang="en-US" altLang="en-US" sz="2000" i="1" dirty="0" err="1">
                <a:solidFill>
                  <a:schemeClr val="accent6">
                    <a:lumMod val="50000"/>
                  </a:schemeClr>
                </a:solidFill>
                <a:latin typeface="Arial" panose="020B0604020202020204" pitchFamily="34" charset="0"/>
                <a:cs typeface="Arial" panose="020B0604020202020204" pitchFamily="34" charset="0"/>
              </a:rPr>
              <a:t>BeautifulSoup</a:t>
            </a:r>
            <a:r>
              <a:rPr lang="en-US" altLang="en-US" sz="2000" i="1" dirty="0">
                <a:solidFill>
                  <a:schemeClr val="accent6">
                    <a:lumMod val="50000"/>
                  </a:schemeClr>
                </a:solidFill>
                <a:latin typeface="Arial" panose="020B0604020202020204" pitchFamily="34" charset="0"/>
                <a:cs typeface="Arial" panose="020B0604020202020204" pitchFamily="34" charset="0"/>
              </a:rPr>
              <a:t>('&lt;b class="boldest"&gt;Extremely bold&lt;/b&gt;', '</a:t>
            </a:r>
            <a:r>
              <a:rPr lang="en-US" altLang="en-US" sz="2000" i="1" dirty="0" err="1">
                <a:solidFill>
                  <a:schemeClr val="accent6">
                    <a:lumMod val="50000"/>
                  </a:schemeClr>
                </a:solidFill>
                <a:latin typeface="Arial" panose="020B0604020202020204" pitchFamily="34" charset="0"/>
                <a:cs typeface="Arial" panose="020B0604020202020204" pitchFamily="34" charset="0"/>
              </a:rPr>
              <a:t>html.parser</a:t>
            </a:r>
            <a:r>
              <a:rPr lang="en-US" altLang="en-US" sz="2000" i="1" dirty="0">
                <a:solidFill>
                  <a:schemeClr val="accent6">
                    <a:lumMod val="50000"/>
                  </a:schemeClr>
                </a:solidFill>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Diagram 3">
            <a:extLst>
              <a:ext uri="{FF2B5EF4-FFF2-40B4-BE49-F238E27FC236}">
                <a16:creationId xmlns:a16="http://schemas.microsoft.com/office/drawing/2014/main" id="{7631D769-17EF-64BA-3FC0-11DD34D77E0B}"/>
              </a:ext>
            </a:extLst>
          </p:cNvPr>
          <p:cNvGraphicFramePr/>
          <p:nvPr>
            <p:extLst>
              <p:ext uri="{D42A27DB-BD31-4B8C-83A1-F6EECF244321}">
                <p14:modId xmlns:p14="http://schemas.microsoft.com/office/powerpoint/2010/main" val="2167815281"/>
              </p:ext>
            </p:extLst>
          </p:nvPr>
        </p:nvGraphicFramePr>
        <p:xfrm>
          <a:off x="477078" y="2508886"/>
          <a:ext cx="9205844" cy="4349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50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5F6E5-FC08-DC51-2954-7FC822FB38B3}"/>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List of HTML tags</a:t>
            </a:r>
          </a:p>
        </p:txBody>
      </p:sp>
      <p:pic>
        <p:nvPicPr>
          <p:cNvPr id="2050" name="Picture 2" descr="HTML tags and attributes By: Dennis Champagne. List of tags. - ppt download">
            <a:extLst>
              <a:ext uri="{FF2B5EF4-FFF2-40B4-BE49-F238E27FC236}">
                <a16:creationId xmlns:a16="http://schemas.microsoft.com/office/drawing/2014/main" id="{33D7DD68-24AB-2005-5026-805018C4B8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633"/>
          <a:stretch/>
        </p:blipFill>
        <p:spPr bwMode="auto">
          <a:xfrm>
            <a:off x="609600" y="1470990"/>
            <a:ext cx="9144000" cy="5374447"/>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7C22334D-389E-E2DE-26D1-2F8AB31CEB2E}"/>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176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HTML tag</a:t>
            </a:r>
          </a:p>
        </p:txBody>
      </p:sp>
      <p:sp>
        <p:nvSpPr>
          <p:cNvPr id="3" name="TextBox 2">
            <a:extLst>
              <a:ext uri="{FF2B5EF4-FFF2-40B4-BE49-F238E27FC236}">
                <a16:creationId xmlns:a16="http://schemas.microsoft.com/office/drawing/2014/main" id="{35A0EEF0-17B6-92C2-6DF6-FB1CDB8EB384}"/>
              </a:ext>
            </a:extLst>
          </p:cNvPr>
          <p:cNvSpPr txBox="1"/>
          <p:nvPr/>
        </p:nvSpPr>
        <p:spPr>
          <a:xfrm>
            <a:off x="148990" y="3713703"/>
            <a:ext cx="12300419" cy="584775"/>
          </a:xfrm>
          <a:prstGeom prst="rect">
            <a:avLst/>
          </a:prstGeom>
          <a:noFill/>
        </p:spPr>
        <p:txBody>
          <a:bodyPr wrap="none" rtlCol="0">
            <a:spAutoFit/>
          </a:bodyPr>
          <a:lstStyle/>
          <a:p>
            <a:r>
              <a:rPr lang="en-GB" sz="3200" b="1" dirty="0">
                <a:solidFill>
                  <a:srgbClr val="067D17"/>
                </a:solidFill>
                <a:effectLst/>
              </a:rPr>
              <a:t>&lt;a </a:t>
            </a:r>
            <a:r>
              <a:rPr lang="en-GB" sz="3200" b="1" dirty="0" err="1">
                <a:solidFill>
                  <a:srgbClr val="067D17"/>
                </a:solidFill>
                <a:effectLst/>
              </a:rPr>
              <a:t>href</a:t>
            </a:r>
            <a:r>
              <a:rPr lang="en-GB" sz="3200" b="1" dirty="0">
                <a:solidFill>
                  <a:srgbClr val="067D17"/>
                </a:solidFill>
                <a:effectLst/>
              </a:rPr>
              <a:t>="http://</a:t>
            </a:r>
            <a:r>
              <a:rPr lang="en-GB" sz="3200" b="1" dirty="0" err="1">
                <a:solidFill>
                  <a:srgbClr val="067D17"/>
                </a:solidFill>
                <a:effectLst/>
              </a:rPr>
              <a:t>example.com</a:t>
            </a:r>
            <a:r>
              <a:rPr lang="en-GB" sz="3200" b="1" dirty="0">
                <a:solidFill>
                  <a:srgbClr val="067D17"/>
                </a:solidFill>
                <a:effectLst/>
              </a:rPr>
              <a:t>/</a:t>
            </a:r>
            <a:r>
              <a:rPr lang="en-GB" sz="3200" b="1" dirty="0" err="1">
                <a:solidFill>
                  <a:srgbClr val="067D17"/>
                </a:solidFill>
                <a:effectLst/>
              </a:rPr>
              <a:t>tillie</a:t>
            </a:r>
            <a:r>
              <a:rPr lang="en-GB" sz="3200" b="1" dirty="0">
                <a:solidFill>
                  <a:srgbClr val="067D17"/>
                </a:solidFill>
                <a:effectLst/>
              </a:rPr>
              <a:t>" class="sister" id="link3"&gt;Tillie&lt;/a&gt;</a:t>
            </a:r>
            <a:endParaRPr lang="en-US" sz="3200" b="1" dirty="0"/>
          </a:p>
        </p:txBody>
      </p:sp>
      <p:sp>
        <p:nvSpPr>
          <p:cNvPr id="5" name="TextBox 4">
            <a:extLst>
              <a:ext uri="{FF2B5EF4-FFF2-40B4-BE49-F238E27FC236}">
                <a16:creationId xmlns:a16="http://schemas.microsoft.com/office/drawing/2014/main" id="{945A7E1D-3867-D1BE-3159-9A4D26C98422}"/>
              </a:ext>
            </a:extLst>
          </p:cNvPr>
          <p:cNvSpPr txBox="1"/>
          <p:nvPr/>
        </p:nvSpPr>
        <p:spPr>
          <a:xfrm>
            <a:off x="67588" y="4570327"/>
            <a:ext cx="503856" cy="369332"/>
          </a:xfrm>
          <a:prstGeom prst="rect">
            <a:avLst/>
          </a:prstGeom>
          <a:noFill/>
        </p:spPr>
        <p:txBody>
          <a:bodyPr wrap="none" rtlCol="0">
            <a:spAutoFit/>
          </a:bodyPr>
          <a:lstStyle/>
          <a:p>
            <a:r>
              <a:rPr lang="en-US" b="1" dirty="0"/>
              <a:t>Tag</a:t>
            </a:r>
          </a:p>
        </p:txBody>
      </p:sp>
      <p:sp>
        <p:nvSpPr>
          <p:cNvPr id="6" name="TextBox 5">
            <a:extLst>
              <a:ext uri="{FF2B5EF4-FFF2-40B4-BE49-F238E27FC236}">
                <a16:creationId xmlns:a16="http://schemas.microsoft.com/office/drawing/2014/main" id="{C50B486E-5B8E-BF6C-0654-9B58C6DEDF01}"/>
              </a:ext>
            </a:extLst>
          </p:cNvPr>
          <p:cNvSpPr txBox="1"/>
          <p:nvPr/>
        </p:nvSpPr>
        <p:spPr>
          <a:xfrm>
            <a:off x="2938923" y="2998122"/>
            <a:ext cx="9408886" cy="369332"/>
          </a:xfrm>
          <a:prstGeom prst="rect">
            <a:avLst/>
          </a:prstGeom>
          <a:noFill/>
        </p:spPr>
        <p:txBody>
          <a:bodyPr wrap="square" rtlCol="0">
            <a:spAutoFit/>
          </a:bodyPr>
          <a:lstStyle/>
          <a:p>
            <a:r>
              <a:rPr lang="en-US" b="1" dirty="0"/>
              <a:t>Attribute                                                             Attribute                        Attribute                Text</a:t>
            </a:r>
          </a:p>
        </p:txBody>
      </p:sp>
      <p:sp>
        <p:nvSpPr>
          <p:cNvPr id="7" name="TextBox 6">
            <a:extLst>
              <a:ext uri="{FF2B5EF4-FFF2-40B4-BE49-F238E27FC236}">
                <a16:creationId xmlns:a16="http://schemas.microsoft.com/office/drawing/2014/main" id="{84ADD3EF-AA8A-64CB-4014-ECC77B81EE3C}"/>
              </a:ext>
            </a:extLst>
          </p:cNvPr>
          <p:cNvSpPr txBox="1"/>
          <p:nvPr/>
        </p:nvSpPr>
        <p:spPr>
          <a:xfrm>
            <a:off x="696682" y="4616494"/>
            <a:ext cx="11495318" cy="646331"/>
          </a:xfrm>
          <a:prstGeom prst="rect">
            <a:avLst/>
          </a:prstGeom>
          <a:noFill/>
        </p:spPr>
        <p:txBody>
          <a:bodyPr wrap="square" rtlCol="0">
            <a:spAutoFit/>
          </a:bodyPr>
          <a:lstStyle/>
          <a:p>
            <a:r>
              <a:rPr lang="en-US" b="1" dirty="0"/>
              <a:t>  Name                                         Value                                                Name             Value        Name       Value</a:t>
            </a:r>
          </a:p>
          <a:p>
            <a:endParaRPr lang="en-US" b="1" dirty="0"/>
          </a:p>
        </p:txBody>
      </p:sp>
      <p:sp>
        <p:nvSpPr>
          <p:cNvPr id="11" name="Left Brace 10">
            <a:extLst>
              <a:ext uri="{FF2B5EF4-FFF2-40B4-BE49-F238E27FC236}">
                <a16:creationId xmlns:a16="http://schemas.microsoft.com/office/drawing/2014/main" id="{013474A0-D67C-BF49-BBA5-C7EA40568581}"/>
              </a:ext>
            </a:extLst>
          </p:cNvPr>
          <p:cNvSpPr/>
          <p:nvPr/>
        </p:nvSpPr>
        <p:spPr>
          <a:xfrm rot="5400000">
            <a:off x="3158463" y="928757"/>
            <a:ext cx="475756" cy="539931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40394E59-5F7F-92BD-FB6F-04D1384D5E04}"/>
              </a:ext>
            </a:extLst>
          </p:cNvPr>
          <p:cNvSpPr/>
          <p:nvPr/>
        </p:nvSpPr>
        <p:spPr>
          <a:xfrm rot="5400000">
            <a:off x="7212619" y="2399370"/>
            <a:ext cx="597047" cy="233680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Left Brace 12">
            <a:extLst>
              <a:ext uri="{FF2B5EF4-FFF2-40B4-BE49-F238E27FC236}">
                <a16:creationId xmlns:a16="http://schemas.microsoft.com/office/drawing/2014/main" id="{43144A8F-8077-C5A3-7E4D-6FA7B3425FB0}"/>
              </a:ext>
            </a:extLst>
          </p:cNvPr>
          <p:cNvSpPr/>
          <p:nvPr/>
        </p:nvSpPr>
        <p:spPr>
          <a:xfrm rot="5400000">
            <a:off x="9378661" y="2676570"/>
            <a:ext cx="584775" cy="1645557"/>
          </a:xfrm>
          <a:prstGeom prst="leftBrace">
            <a:avLst>
              <a:gd name="adj1" fmla="val 8333"/>
              <a:gd name="adj2" fmla="val 5074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6" name="Straight Arrow Connector 25">
            <a:extLst>
              <a:ext uri="{FF2B5EF4-FFF2-40B4-BE49-F238E27FC236}">
                <a16:creationId xmlns:a16="http://schemas.microsoft.com/office/drawing/2014/main" id="{97825294-3B08-412F-34C0-C2EA444B734C}"/>
              </a:ext>
            </a:extLst>
          </p:cNvPr>
          <p:cNvCxnSpPr>
            <a:cxnSpLocks/>
          </p:cNvCxnSpPr>
          <p:nvPr/>
        </p:nvCxnSpPr>
        <p:spPr>
          <a:xfrm flipV="1">
            <a:off x="1117600" y="4298478"/>
            <a:ext cx="0" cy="369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308B1775-00DD-09A4-FA65-1E2EE51E91F6}"/>
              </a:ext>
            </a:extLst>
          </p:cNvPr>
          <p:cNvCxnSpPr>
            <a:cxnSpLocks/>
          </p:cNvCxnSpPr>
          <p:nvPr/>
        </p:nvCxnSpPr>
        <p:spPr>
          <a:xfrm flipV="1">
            <a:off x="3824514" y="4243285"/>
            <a:ext cx="0" cy="369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B2CFEC75-FBEF-E11C-0EC1-EBA746FADB4D}"/>
              </a:ext>
            </a:extLst>
          </p:cNvPr>
          <p:cNvCxnSpPr>
            <a:cxnSpLocks/>
          </p:cNvCxnSpPr>
          <p:nvPr/>
        </p:nvCxnSpPr>
        <p:spPr>
          <a:xfrm flipV="1">
            <a:off x="6872514" y="4298478"/>
            <a:ext cx="0" cy="369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1F6EB86A-20F6-5E41-C04C-C0780903B0E2}"/>
              </a:ext>
            </a:extLst>
          </p:cNvPr>
          <p:cNvCxnSpPr>
            <a:cxnSpLocks/>
          </p:cNvCxnSpPr>
          <p:nvPr/>
        </p:nvCxnSpPr>
        <p:spPr>
          <a:xfrm flipV="1">
            <a:off x="7975600" y="4257140"/>
            <a:ext cx="0" cy="369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AA8C828A-4842-E6DC-A11D-A7D8899B6DC2}"/>
              </a:ext>
            </a:extLst>
          </p:cNvPr>
          <p:cNvCxnSpPr>
            <a:cxnSpLocks/>
          </p:cNvCxnSpPr>
          <p:nvPr/>
        </p:nvCxnSpPr>
        <p:spPr>
          <a:xfrm flipV="1">
            <a:off x="8977086" y="4261902"/>
            <a:ext cx="0" cy="369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92DB7F6B-D8CD-63BE-AB69-635FB553D698}"/>
              </a:ext>
            </a:extLst>
          </p:cNvPr>
          <p:cNvCxnSpPr>
            <a:cxnSpLocks/>
          </p:cNvCxnSpPr>
          <p:nvPr/>
        </p:nvCxnSpPr>
        <p:spPr>
          <a:xfrm flipV="1">
            <a:off x="9949543" y="4236318"/>
            <a:ext cx="0" cy="369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918CB732-F528-6A86-B176-49F0715E4911}"/>
              </a:ext>
            </a:extLst>
          </p:cNvPr>
          <p:cNvCxnSpPr/>
          <p:nvPr/>
        </p:nvCxnSpPr>
        <p:spPr>
          <a:xfrm>
            <a:off x="11083638" y="3390537"/>
            <a:ext cx="0" cy="3231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4BB21C67-D17C-B837-63C2-0B72E1B8E12F}"/>
              </a:ext>
            </a:extLst>
          </p:cNvPr>
          <p:cNvCxnSpPr>
            <a:cxnSpLocks/>
          </p:cNvCxnSpPr>
          <p:nvPr/>
        </p:nvCxnSpPr>
        <p:spPr>
          <a:xfrm flipV="1">
            <a:off x="375535" y="4261902"/>
            <a:ext cx="0" cy="369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C4D75C95-7DD8-2626-6885-0747A4C10A6D}"/>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0587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Graphical user interface, text, application, email&#10;&#10;Description automatically generated">
            <a:extLst>
              <a:ext uri="{FF2B5EF4-FFF2-40B4-BE49-F238E27FC236}">
                <a16:creationId xmlns:a16="http://schemas.microsoft.com/office/drawing/2014/main" id="{BA02D631-052C-20F7-36E2-9BB8D9A11D3F}"/>
              </a:ext>
            </a:extLst>
          </p:cNvPr>
          <p:cNvPicPr>
            <a:picLocks noChangeAspect="1"/>
          </p:cNvPicPr>
          <p:nvPr/>
        </p:nvPicPr>
        <p:blipFill>
          <a:blip r:embed="rId3"/>
          <a:stretch>
            <a:fillRect/>
          </a:stretch>
        </p:blipFill>
        <p:spPr>
          <a:xfrm>
            <a:off x="1440543" y="2553348"/>
            <a:ext cx="7772400" cy="2596896"/>
          </a:xfrm>
          <a:prstGeom prst="rect">
            <a:avLst/>
          </a:prstGeom>
        </p:spPr>
      </p:pic>
      <p:sp>
        <p:nvSpPr>
          <p:cNvPr id="2" name="Title 1">
            <a:extLst>
              <a:ext uri="{FF2B5EF4-FFF2-40B4-BE49-F238E27FC236}">
                <a16:creationId xmlns:a16="http://schemas.microsoft.com/office/drawing/2014/main" id="{0BBF4153-A90E-ACFF-9AA8-C018191FB701}"/>
              </a:ext>
            </a:extLst>
          </p:cNvPr>
          <p:cNvSpPr>
            <a:spLocks noGrp="1"/>
          </p:cNvSpPr>
          <p:nvPr>
            <p:ph type="title"/>
          </p:nvPr>
        </p:nvSpPr>
        <p:spPr/>
        <p:txBody>
          <a:bodyPr/>
          <a:lstStyle/>
          <a:p>
            <a:r>
              <a:rPr lang="en-GB" b="0" i="0" dirty="0">
                <a:solidFill>
                  <a:srgbClr val="404040"/>
                </a:solidFill>
                <a:effectLst/>
                <a:latin typeface="Aharoni" panose="02010803020104030203" pitchFamily="2" charset="-79"/>
                <a:cs typeface="Aharoni" panose="02010803020104030203" pitchFamily="2" charset="-79"/>
              </a:rPr>
              <a:t>Tag, attributes, text </a:t>
            </a:r>
            <a:endParaRPr lang="en-US" dirty="0">
              <a:latin typeface="Aharoni" panose="02010803020104030203" pitchFamily="2" charset="-79"/>
              <a:cs typeface="Aharoni" panose="02010803020104030203" pitchFamily="2" charset="-79"/>
            </a:endParaRPr>
          </a:p>
        </p:txBody>
      </p:sp>
      <p:sp>
        <p:nvSpPr>
          <p:cNvPr id="41" name="Rectangle 40">
            <a:extLst>
              <a:ext uri="{FF2B5EF4-FFF2-40B4-BE49-F238E27FC236}">
                <a16:creationId xmlns:a16="http://schemas.microsoft.com/office/drawing/2014/main" id="{EE45C8A9-07C4-E44E-15D4-46D40F1D95FA}"/>
              </a:ext>
            </a:extLst>
          </p:cNvPr>
          <p:cNvSpPr/>
          <p:nvPr/>
        </p:nvSpPr>
        <p:spPr>
          <a:xfrm>
            <a:off x="1021559" y="2121494"/>
            <a:ext cx="8833641" cy="3713249"/>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D09D7A5-530F-18FA-FAFC-6920687FA91C}"/>
              </a:ext>
            </a:extLst>
          </p:cNvPr>
          <p:cNvSpPr txBox="1"/>
          <p:nvPr/>
        </p:nvSpPr>
        <p:spPr>
          <a:xfrm>
            <a:off x="522079" y="3485716"/>
            <a:ext cx="503856" cy="369332"/>
          </a:xfrm>
          <a:prstGeom prst="rect">
            <a:avLst/>
          </a:prstGeom>
          <a:noFill/>
        </p:spPr>
        <p:txBody>
          <a:bodyPr wrap="none" rtlCol="0">
            <a:spAutoFit/>
          </a:bodyPr>
          <a:lstStyle/>
          <a:p>
            <a:r>
              <a:rPr lang="en-US" b="1" dirty="0"/>
              <a:t>Tag</a:t>
            </a:r>
          </a:p>
        </p:txBody>
      </p:sp>
      <p:sp>
        <p:nvSpPr>
          <p:cNvPr id="15" name="TextBox 14">
            <a:extLst>
              <a:ext uri="{FF2B5EF4-FFF2-40B4-BE49-F238E27FC236}">
                <a16:creationId xmlns:a16="http://schemas.microsoft.com/office/drawing/2014/main" id="{1F7368CE-C42C-E023-72FC-A8713F1646C2}"/>
              </a:ext>
            </a:extLst>
          </p:cNvPr>
          <p:cNvSpPr txBox="1"/>
          <p:nvPr/>
        </p:nvSpPr>
        <p:spPr>
          <a:xfrm>
            <a:off x="-49649" y="3978118"/>
            <a:ext cx="1143455" cy="369332"/>
          </a:xfrm>
          <a:prstGeom prst="rect">
            <a:avLst/>
          </a:prstGeom>
          <a:noFill/>
        </p:spPr>
        <p:txBody>
          <a:bodyPr wrap="none" rtlCol="0">
            <a:spAutoFit/>
          </a:bodyPr>
          <a:lstStyle/>
          <a:p>
            <a:r>
              <a:rPr lang="en-US" b="1" dirty="0"/>
              <a:t>Attributes</a:t>
            </a:r>
          </a:p>
        </p:txBody>
      </p:sp>
      <p:sp>
        <p:nvSpPr>
          <p:cNvPr id="17" name="TextBox 16">
            <a:extLst>
              <a:ext uri="{FF2B5EF4-FFF2-40B4-BE49-F238E27FC236}">
                <a16:creationId xmlns:a16="http://schemas.microsoft.com/office/drawing/2014/main" id="{047A34E6-C840-AE99-66C6-4CCE79C3CCD7}"/>
              </a:ext>
            </a:extLst>
          </p:cNvPr>
          <p:cNvSpPr txBox="1"/>
          <p:nvPr/>
        </p:nvSpPr>
        <p:spPr>
          <a:xfrm>
            <a:off x="466143" y="4593590"/>
            <a:ext cx="576312" cy="369332"/>
          </a:xfrm>
          <a:prstGeom prst="rect">
            <a:avLst/>
          </a:prstGeom>
          <a:noFill/>
        </p:spPr>
        <p:txBody>
          <a:bodyPr wrap="none" rtlCol="0">
            <a:spAutoFit/>
          </a:bodyPr>
          <a:lstStyle/>
          <a:p>
            <a:r>
              <a:rPr lang="en-US" b="1" dirty="0"/>
              <a:t>Text</a:t>
            </a:r>
          </a:p>
        </p:txBody>
      </p:sp>
      <p:cxnSp>
        <p:nvCxnSpPr>
          <p:cNvPr id="18" name="Straight Connector 17">
            <a:extLst>
              <a:ext uri="{FF2B5EF4-FFF2-40B4-BE49-F238E27FC236}">
                <a16:creationId xmlns:a16="http://schemas.microsoft.com/office/drawing/2014/main" id="{FCF7E224-A314-7772-EAF8-4A4B39D86181}"/>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841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aphical user interface, text, application, email&#10;&#10;Description automatically generated">
            <a:extLst>
              <a:ext uri="{FF2B5EF4-FFF2-40B4-BE49-F238E27FC236}">
                <a16:creationId xmlns:a16="http://schemas.microsoft.com/office/drawing/2014/main" id="{44B36216-D34B-2081-F990-F5297409A416}"/>
              </a:ext>
            </a:extLst>
          </p:cNvPr>
          <p:cNvPicPr>
            <a:picLocks noChangeAspect="1"/>
          </p:cNvPicPr>
          <p:nvPr/>
        </p:nvPicPr>
        <p:blipFill>
          <a:blip r:embed="rId3"/>
          <a:stretch>
            <a:fillRect/>
          </a:stretch>
        </p:blipFill>
        <p:spPr>
          <a:xfrm>
            <a:off x="1544545" y="3152521"/>
            <a:ext cx="7772400" cy="2036715"/>
          </a:xfrm>
          <a:prstGeom prst="rect">
            <a:avLst/>
          </a:prstGeom>
        </p:spPr>
      </p:pic>
      <p:sp>
        <p:nvSpPr>
          <p:cNvPr id="2" name="Title 1">
            <a:extLst>
              <a:ext uri="{FF2B5EF4-FFF2-40B4-BE49-F238E27FC236}">
                <a16:creationId xmlns:a16="http://schemas.microsoft.com/office/drawing/2014/main" id="{0BBF4153-A90E-ACFF-9AA8-C018191FB701}"/>
              </a:ext>
            </a:extLst>
          </p:cNvPr>
          <p:cNvSpPr>
            <a:spLocks noGrp="1"/>
          </p:cNvSpPr>
          <p:nvPr>
            <p:ph type="title"/>
          </p:nvPr>
        </p:nvSpPr>
        <p:spPr/>
        <p:txBody>
          <a:bodyPr/>
          <a:lstStyle/>
          <a:p>
            <a:r>
              <a:rPr lang="en-GB" dirty="0">
                <a:solidFill>
                  <a:srgbClr val="404040"/>
                </a:solidFill>
                <a:latin typeface="Aharoni" panose="02010803020104030203" pitchFamily="2" charset="-79"/>
                <a:cs typeface="Aharoni" panose="02010803020104030203" pitchFamily="2" charset="-79"/>
              </a:rPr>
              <a:t>A</a:t>
            </a:r>
            <a:r>
              <a:rPr lang="en-GB" b="0" i="0" dirty="0">
                <a:solidFill>
                  <a:srgbClr val="404040"/>
                </a:solidFill>
                <a:effectLst/>
                <a:latin typeface="Aharoni" panose="02010803020104030203" pitchFamily="2" charset="-79"/>
                <a:cs typeface="Aharoni" panose="02010803020104030203" pitchFamily="2" charset="-79"/>
              </a:rPr>
              <a:t>ttribute: name and value </a:t>
            </a:r>
            <a:endParaRPr lang="en-US" dirty="0">
              <a:latin typeface="Aharoni" panose="02010803020104030203" pitchFamily="2" charset="-79"/>
              <a:cs typeface="Aharoni" panose="02010803020104030203" pitchFamily="2" charset="-79"/>
            </a:endParaRPr>
          </a:p>
        </p:txBody>
      </p:sp>
      <p:sp>
        <p:nvSpPr>
          <p:cNvPr id="41" name="Rectangle 40">
            <a:extLst>
              <a:ext uri="{FF2B5EF4-FFF2-40B4-BE49-F238E27FC236}">
                <a16:creationId xmlns:a16="http://schemas.microsoft.com/office/drawing/2014/main" id="{EE45C8A9-07C4-E44E-15D4-46D40F1D95FA}"/>
              </a:ext>
            </a:extLst>
          </p:cNvPr>
          <p:cNvSpPr/>
          <p:nvPr/>
        </p:nvSpPr>
        <p:spPr>
          <a:xfrm>
            <a:off x="1344485" y="2935752"/>
            <a:ext cx="8367551" cy="2725051"/>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D09D7A5-530F-18FA-FAFC-6920687FA91C}"/>
              </a:ext>
            </a:extLst>
          </p:cNvPr>
          <p:cNvSpPr txBox="1"/>
          <p:nvPr/>
        </p:nvSpPr>
        <p:spPr>
          <a:xfrm>
            <a:off x="1344485" y="1934039"/>
            <a:ext cx="8903999" cy="646331"/>
          </a:xfrm>
          <a:prstGeom prst="rect">
            <a:avLst/>
          </a:prstGeom>
          <a:noFill/>
        </p:spPr>
        <p:txBody>
          <a:bodyPr wrap="square" rtlCol="0">
            <a:spAutoFit/>
          </a:bodyPr>
          <a:lstStyle/>
          <a:p>
            <a:r>
              <a:rPr lang="en-GB" b="0" i="0" dirty="0">
                <a:solidFill>
                  <a:srgbClr val="404040"/>
                </a:solidFill>
                <a:effectLst/>
                <a:latin typeface="Arial" panose="020B0604020202020204" pitchFamily="34" charset="0"/>
                <a:cs typeface="Arial" panose="020B0604020202020204" pitchFamily="34" charset="0"/>
              </a:rPr>
              <a:t>You can get, add, remove, and modify a tag’s attributes. </a:t>
            </a:r>
          </a:p>
          <a:p>
            <a:r>
              <a:rPr lang="en-GB" b="0" i="0" dirty="0">
                <a:solidFill>
                  <a:srgbClr val="404040"/>
                </a:solidFill>
                <a:effectLst/>
                <a:latin typeface="Arial" panose="020B0604020202020204" pitchFamily="34" charset="0"/>
                <a:cs typeface="Arial" panose="020B0604020202020204" pitchFamily="34" charset="0"/>
              </a:rPr>
              <a:t>It is done by treating the tag as a </a:t>
            </a:r>
            <a:r>
              <a:rPr lang="en-GB" b="1" i="1" u="sng" dirty="0">
                <a:solidFill>
                  <a:srgbClr val="404040"/>
                </a:solidFill>
                <a:effectLst/>
                <a:latin typeface="Arial" panose="020B0604020202020204" pitchFamily="34" charset="0"/>
                <a:cs typeface="Arial" panose="020B0604020202020204" pitchFamily="34" charset="0"/>
              </a:rPr>
              <a:t>dictionary</a:t>
            </a:r>
            <a:endParaRPr lang="en-US" b="1" i="1" u="sng" dirty="0">
              <a:latin typeface="Arial" panose="020B0604020202020204" pitchFamily="34" charset="0"/>
              <a:cs typeface="Arial" panose="020B0604020202020204" pitchFamily="34" charset="0"/>
            </a:endParaRPr>
          </a:p>
        </p:txBody>
      </p:sp>
      <p:cxnSp>
        <p:nvCxnSpPr>
          <p:cNvPr id="5" name="Straight Connector 4">
            <a:extLst>
              <a:ext uri="{FF2B5EF4-FFF2-40B4-BE49-F238E27FC236}">
                <a16:creationId xmlns:a16="http://schemas.microsoft.com/office/drawing/2014/main" id="{E053A084-3AAA-E6A0-C170-5356EAED00DA}"/>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434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Find</a:t>
            </a:r>
            <a:r>
              <a:rPr lang="en-GB" b="1" dirty="0">
                <a:latin typeface="Arial" panose="020B0604020202020204" pitchFamily="34" charset="0"/>
                <a:cs typeface="Arial" panose="020B0604020202020204" pitchFamily="34" charset="0"/>
              </a:rPr>
              <a:t> </a:t>
            </a:r>
          </a:p>
        </p:txBody>
      </p:sp>
      <p:cxnSp>
        <p:nvCxnSpPr>
          <p:cNvPr id="3" name="Straight Connector 2">
            <a:extLst>
              <a:ext uri="{FF2B5EF4-FFF2-40B4-BE49-F238E27FC236}">
                <a16:creationId xmlns:a16="http://schemas.microsoft.com/office/drawing/2014/main" id="{93DBC0E9-EDF0-C3A8-C064-927D4C803F73}"/>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pic>
        <p:nvPicPr>
          <p:cNvPr id="7" name="Picture 6" descr="Graphical user interface, text, application&#10;&#10;Description automatically generated">
            <a:extLst>
              <a:ext uri="{FF2B5EF4-FFF2-40B4-BE49-F238E27FC236}">
                <a16:creationId xmlns:a16="http://schemas.microsoft.com/office/drawing/2014/main" id="{6BF59A2B-D844-AC14-0640-39F8CD4D9258}"/>
              </a:ext>
            </a:extLst>
          </p:cNvPr>
          <p:cNvPicPr>
            <a:picLocks noChangeAspect="1"/>
          </p:cNvPicPr>
          <p:nvPr/>
        </p:nvPicPr>
        <p:blipFill>
          <a:blip r:embed="rId2"/>
          <a:stretch>
            <a:fillRect/>
          </a:stretch>
        </p:blipFill>
        <p:spPr>
          <a:xfrm>
            <a:off x="1952913" y="2498986"/>
            <a:ext cx="7772400" cy="2213332"/>
          </a:xfrm>
          <a:prstGeom prst="rect">
            <a:avLst/>
          </a:prstGeom>
        </p:spPr>
      </p:pic>
      <p:pic>
        <p:nvPicPr>
          <p:cNvPr id="13" name="Picture 12">
            <a:extLst>
              <a:ext uri="{FF2B5EF4-FFF2-40B4-BE49-F238E27FC236}">
                <a16:creationId xmlns:a16="http://schemas.microsoft.com/office/drawing/2014/main" id="{3DEF4510-16DA-E357-AB07-D423C466C4C7}"/>
              </a:ext>
            </a:extLst>
          </p:cNvPr>
          <p:cNvPicPr>
            <a:picLocks noChangeAspect="1"/>
          </p:cNvPicPr>
          <p:nvPr/>
        </p:nvPicPr>
        <p:blipFill>
          <a:blip r:embed="rId3"/>
          <a:stretch>
            <a:fillRect/>
          </a:stretch>
        </p:blipFill>
        <p:spPr>
          <a:xfrm>
            <a:off x="1952913" y="5066809"/>
            <a:ext cx="9043318" cy="1056891"/>
          </a:xfrm>
          <a:prstGeom prst="rect">
            <a:avLst/>
          </a:prstGeom>
        </p:spPr>
      </p:pic>
      <p:sp>
        <p:nvSpPr>
          <p:cNvPr id="14" name="Rectangle 13">
            <a:extLst>
              <a:ext uri="{FF2B5EF4-FFF2-40B4-BE49-F238E27FC236}">
                <a16:creationId xmlns:a16="http://schemas.microsoft.com/office/drawing/2014/main" id="{368B0D37-B8CC-CA14-4678-775D8E3CED39}"/>
              </a:ext>
            </a:extLst>
          </p:cNvPr>
          <p:cNvSpPr/>
          <p:nvPr/>
        </p:nvSpPr>
        <p:spPr>
          <a:xfrm>
            <a:off x="1579418" y="2498986"/>
            <a:ext cx="8770505" cy="3993622"/>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5EB1A11-07C7-B3C0-5843-FD4683CEC7D3}"/>
              </a:ext>
            </a:extLst>
          </p:cNvPr>
          <p:cNvSpPr txBox="1"/>
          <p:nvPr/>
        </p:nvSpPr>
        <p:spPr>
          <a:xfrm>
            <a:off x="1579418" y="1734062"/>
            <a:ext cx="10687541" cy="646331"/>
          </a:xfrm>
          <a:prstGeom prst="rect">
            <a:avLst/>
          </a:prstGeom>
          <a:noFill/>
        </p:spPr>
        <p:txBody>
          <a:bodyPr wrap="none" rtlCol="0">
            <a:spAutoFit/>
          </a:bodyPr>
          <a:lstStyle/>
          <a:p>
            <a:r>
              <a:rPr lang="en-GB" b="0" i="0" dirty="0">
                <a:solidFill>
                  <a:srgbClr val="404040"/>
                </a:solidFill>
                <a:effectLst/>
                <a:latin typeface="Arial" panose="020B0604020202020204" pitchFamily="34" charset="0"/>
                <a:cs typeface="Arial" panose="020B0604020202020204" pitchFamily="34" charset="0"/>
              </a:rPr>
              <a:t>You can find content using the find() function. </a:t>
            </a:r>
          </a:p>
          <a:p>
            <a:r>
              <a:rPr lang="en-GB" b="0" i="0" dirty="0">
                <a:solidFill>
                  <a:srgbClr val="404040"/>
                </a:solidFill>
                <a:effectLst/>
                <a:latin typeface="Arial" panose="020B0604020202020204" pitchFamily="34" charset="0"/>
                <a:cs typeface="Arial" panose="020B0604020202020204" pitchFamily="34" charset="0"/>
              </a:rPr>
              <a:t>It could also be used to find content from attribute and value that are in sub section of the tree structure </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93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Find all … </a:t>
            </a:r>
          </a:p>
        </p:txBody>
      </p:sp>
      <p:cxnSp>
        <p:nvCxnSpPr>
          <p:cNvPr id="3" name="Straight Connector 2">
            <a:extLst>
              <a:ext uri="{FF2B5EF4-FFF2-40B4-BE49-F238E27FC236}">
                <a16:creationId xmlns:a16="http://schemas.microsoft.com/office/drawing/2014/main" id="{3A043E30-AF60-89D0-FE47-68417D7CA121}"/>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pic>
        <p:nvPicPr>
          <p:cNvPr id="5" name="Picture 4" descr="Graphical user interface, text, application, email&#10;&#10;Description automatically generated">
            <a:extLst>
              <a:ext uri="{FF2B5EF4-FFF2-40B4-BE49-F238E27FC236}">
                <a16:creationId xmlns:a16="http://schemas.microsoft.com/office/drawing/2014/main" id="{C8B7AB7D-ABDB-95F8-59C2-E4631F3E1507}"/>
              </a:ext>
            </a:extLst>
          </p:cNvPr>
          <p:cNvPicPr>
            <a:picLocks noChangeAspect="1"/>
          </p:cNvPicPr>
          <p:nvPr/>
        </p:nvPicPr>
        <p:blipFill>
          <a:blip r:embed="rId2"/>
          <a:stretch>
            <a:fillRect/>
          </a:stretch>
        </p:blipFill>
        <p:spPr>
          <a:xfrm>
            <a:off x="1826656" y="2767310"/>
            <a:ext cx="9015022" cy="2658427"/>
          </a:xfrm>
          <a:prstGeom prst="rect">
            <a:avLst/>
          </a:prstGeom>
        </p:spPr>
      </p:pic>
      <p:sp>
        <p:nvSpPr>
          <p:cNvPr id="6" name="TextBox 5">
            <a:extLst>
              <a:ext uri="{FF2B5EF4-FFF2-40B4-BE49-F238E27FC236}">
                <a16:creationId xmlns:a16="http://schemas.microsoft.com/office/drawing/2014/main" id="{96A6251B-DCAC-8397-C505-1F915665ABEA}"/>
              </a:ext>
            </a:extLst>
          </p:cNvPr>
          <p:cNvSpPr txBox="1"/>
          <p:nvPr/>
        </p:nvSpPr>
        <p:spPr>
          <a:xfrm>
            <a:off x="1205345" y="1911927"/>
            <a:ext cx="46089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Find all tags or specific attribute and values</a:t>
            </a:r>
          </a:p>
        </p:txBody>
      </p:sp>
      <p:sp>
        <p:nvSpPr>
          <p:cNvPr id="7" name="Rectangle 6">
            <a:extLst>
              <a:ext uri="{FF2B5EF4-FFF2-40B4-BE49-F238E27FC236}">
                <a16:creationId xmlns:a16="http://schemas.microsoft.com/office/drawing/2014/main" id="{A85A1AA2-D654-1568-940B-115601AD168B}"/>
              </a:ext>
            </a:extLst>
          </p:cNvPr>
          <p:cNvSpPr/>
          <p:nvPr/>
        </p:nvSpPr>
        <p:spPr>
          <a:xfrm>
            <a:off x="1579418" y="2498986"/>
            <a:ext cx="8770505" cy="3444614"/>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4707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Get all tags</a:t>
            </a:r>
          </a:p>
        </p:txBody>
      </p:sp>
      <p:cxnSp>
        <p:nvCxnSpPr>
          <p:cNvPr id="3" name="Straight Connector 2">
            <a:extLst>
              <a:ext uri="{FF2B5EF4-FFF2-40B4-BE49-F238E27FC236}">
                <a16:creationId xmlns:a16="http://schemas.microsoft.com/office/drawing/2014/main" id="{3A043E30-AF60-89D0-FE47-68417D7CA121}"/>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pic>
        <p:nvPicPr>
          <p:cNvPr id="10" name="Picture 9" descr="Graphical user interface, text, application&#10;&#10;Description automatically generated">
            <a:extLst>
              <a:ext uri="{FF2B5EF4-FFF2-40B4-BE49-F238E27FC236}">
                <a16:creationId xmlns:a16="http://schemas.microsoft.com/office/drawing/2014/main" id="{A667400F-A019-988C-C460-7EF39252FABE}"/>
              </a:ext>
            </a:extLst>
          </p:cNvPr>
          <p:cNvPicPr>
            <a:picLocks noChangeAspect="1"/>
          </p:cNvPicPr>
          <p:nvPr/>
        </p:nvPicPr>
        <p:blipFill>
          <a:blip r:embed="rId2"/>
          <a:stretch>
            <a:fillRect/>
          </a:stretch>
        </p:blipFill>
        <p:spPr>
          <a:xfrm>
            <a:off x="2905030" y="2508886"/>
            <a:ext cx="5168900" cy="4775200"/>
          </a:xfrm>
          <a:prstGeom prst="rect">
            <a:avLst/>
          </a:prstGeom>
        </p:spPr>
      </p:pic>
      <p:sp>
        <p:nvSpPr>
          <p:cNvPr id="11" name="TextBox 10">
            <a:extLst>
              <a:ext uri="{FF2B5EF4-FFF2-40B4-BE49-F238E27FC236}">
                <a16:creationId xmlns:a16="http://schemas.microsoft.com/office/drawing/2014/main" id="{D8F8933A-F94E-9E2D-311A-59DE711B440F}"/>
              </a:ext>
            </a:extLst>
          </p:cNvPr>
          <p:cNvSpPr txBox="1"/>
          <p:nvPr/>
        </p:nvSpPr>
        <p:spPr>
          <a:xfrm>
            <a:off x="1122218" y="1690688"/>
            <a:ext cx="145424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Print all tags</a:t>
            </a:r>
          </a:p>
        </p:txBody>
      </p:sp>
      <p:sp>
        <p:nvSpPr>
          <p:cNvPr id="12" name="Rectangle 11">
            <a:extLst>
              <a:ext uri="{FF2B5EF4-FFF2-40B4-BE49-F238E27FC236}">
                <a16:creationId xmlns:a16="http://schemas.microsoft.com/office/drawing/2014/main" id="{E1DD2279-E743-BB03-9F5F-D5AB81EA274D}"/>
              </a:ext>
            </a:extLst>
          </p:cNvPr>
          <p:cNvSpPr/>
          <p:nvPr/>
        </p:nvSpPr>
        <p:spPr>
          <a:xfrm>
            <a:off x="1579419" y="2498986"/>
            <a:ext cx="6494512" cy="3993622"/>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7037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Get all text</a:t>
            </a:r>
          </a:p>
        </p:txBody>
      </p:sp>
      <p:cxnSp>
        <p:nvCxnSpPr>
          <p:cNvPr id="3" name="Straight Connector 2">
            <a:extLst>
              <a:ext uri="{FF2B5EF4-FFF2-40B4-BE49-F238E27FC236}">
                <a16:creationId xmlns:a16="http://schemas.microsoft.com/office/drawing/2014/main" id="{3A043E30-AF60-89D0-FE47-68417D7CA121}"/>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pic>
        <p:nvPicPr>
          <p:cNvPr id="6" name="Picture 5" descr="Graphical user interface, text, application, email&#10;&#10;Description automatically generated">
            <a:extLst>
              <a:ext uri="{FF2B5EF4-FFF2-40B4-BE49-F238E27FC236}">
                <a16:creationId xmlns:a16="http://schemas.microsoft.com/office/drawing/2014/main" id="{A29FE411-6706-DA77-76EE-623B8F401594}"/>
              </a:ext>
            </a:extLst>
          </p:cNvPr>
          <p:cNvPicPr>
            <a:picLocks noChangeAspect="1"/>
          </p:cNvPicPr>
          <p:nvPr/>
        </p:nvPicPr>
        <p:blipFill>
          <a:blip r:embed="rId2"/>
          <a:stretch>
            <a:fillRect/>
          </a:stretch>
        </p:blipFill>
        <p:spPr>
          <a:xfrm>
            <a:off x="2412615" y="2508886"/>
            <a:ext cx="7772400" cy="3839236"/>
          </a:xfrm>
          <a:prstGeom prst="rect">
            <a:avLst/>
          </a:prstGeom>
        </p:spPr>
      </p:pic>
      <p:sp>
        <p:nvSpPr>
          <p:cNvPr id="7" name="TextBox 6">
            <a:extLst>
              <a:ext uri="{FF2B5EF4-FFF2-40B4-BE49-F238E27FC236}">
                <a16:creationId xmlns:a16="http://schemas.microsoft.com/office/drawing/2014/main" id="{EF934F81-071F-2DC2-85BD-460C87234BA7}"/>
              </a:ext>
            </a:extLst>
          </p:cNvPr>
          <p:cNvSpPr txBox="1"/>
          <p:nvPr/>
        </p:nvSpPr>
        <p:spPr>
          <a:xfrm>
            <a:off x="1357745" y="1800636"/>
            <a:ext cx="2684774" cy="369332"/>
          </a:xfrm>
          <a:prstGeom prst="rect">
            <a:avLst/>
          </a:prstGeom>
          <a:noFill/>
        </p:spPr>
        <p:txBody>
          <a:bodyPr wrap="none" rtlCol="0">
            <a:spAutoFit/>
          </a:bodyPr>
          <a:lstStyle/>
          <a:p>
            <a:r>
              <a:rPr lang="en-US" dirty="0"/>
              <a:t>Get all text from the HTML</a:t>
            </a:r>
          </a:p>
        </p:txBody>
      </p:sp>
      <p:sp>
        <p:nvSpPr>
          <p:cNvPr id="8" name="Rectangle 7">
            <a:extLst>
              <a:ext uri="{FF2B5EF4-FFF2-40B4-BE49-F238E27FC236}">
                <a16:creationId xmlns:a16="http://schemas.microsoft.com/office/drawing/2014/main" id="{2848A73D-F8FF-57EC-7EE4-E29BF935D021}"/>
              </a:ext>
            </a:extLst>
          </p:cNvPr>
          <p:cNvSpPr/>
          <p:nvPr/>
        </p:nvSpPr>
        <p:spPr>
          <a:xfrm>
            <a:off x="1579418" y="2498986"/>
            <a:ext cx="8770505" cy="3993622"/>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5463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3C06C-5697-58C7-18AA-93814BCAA343}"/>
              </a:ext>
            </a:extLst>
          </p:cNvPr>
          <p:cNvSpPr>
            <a:spLocks noGrp="1"/>
          </p:cNvSpPr>
          <p:nvPr>
            <p:ph type="title"/>
          </p:nvPr>
        </p:nvSpPr>
        <p:spPr/>
        <p:txBody>
          <a:bodyPr/>
          <a:lstStyle/>
          <a:p>
            <a:r>
              <a:rPr lang="en-US" b="1" dirty="0">
                <a:latin typeface="Aharoni" panose="02010803020104030203" pitchFamily="2" charset="-79"/>
                <a:cs typeface="Aharoni" panose="02010803020104030203" pitchFamily="2" charset="-79"/>
              </a:rPr>
              <a:t>Find text</a:t>
            </a:r>
          </a:p>
        </p:txBody>
      </p:sp>
      <p:pic>
        <p:nvPicPr>
          <p:cNvPr id="4" name="Content Placeholder 3" descr="Graphical user interface, text, application&#10;&#10;Description automatically generated">
            <a:extLst>
              <a:ext uri="{FF2B5EF4-FFF2-40B4-BE49-F238E27FC236}">
                <a16:creationId xmlns:a16="http://schemas.microsoft.com/office/drawing/2014/main" id="{4DAFD19C-8CA6-4A2D-98BD-85E0943AF3BF}"/>
              </a:ext>
            </a:extLst>
          </p:cNvPr>
          <p:cNvPicPr>
            <a:picLocks noGrp="1" noChangeAspect="1"/>
          </p:cNvPicPr>
          <p:nvPr>
            <p:ph idx="1"/>
          </p:nvPr>
        </p:nvPicPr>
        <p:blipFill>
          <a:blip r:embed="rId2"/>
          <a:stretch>
            <a:fillRect/>
          </a:stretch>
        </p:blipFill>
        <p:spPr>
          <a:xfrm>
            <a:off x="1883833" y="3093629"/>
            <a:ext cx="9880600" cy="2400300"/>
          </a:xfrm>
          <a:prstGeom prst="rect">
            <a:avLst/>
          </a:prstGeom>
        </p:spPr>
      </p:pic>
      <p:sp>
        <p:nvSpPr>
          <p:cNvPr id="5" name="TextBox 4">
            <a:extLst>
              <a:ext uri="{FF2B5EF4-FFF2-40B4-BE49-F238E27FC236}">
                <a16:creationId xmlns:a16="http://schemas.microsoft.com/office/drawing/2014/main" id="{B4CF5092-816E-D669-2E10-5293DABA58B0}"/>
              </a:ext>
            </a:extLst>
          </p:cNvPr>
          <p:cNvSpPr txBox="1"/>
          <p:nvPr/>
        </p:nvSpPr>
        <p:spPr>
          <a:xfrm>
            <a:off x="1163782" y="1828800"/>
            <a:ext cx="1817677" cy="369332"/>
          </a:xfrm>
          <a:prstGeom prst="rect">
            <a:avLst/>
          </a:prstGeom>
          <a:noFill/>
        </p:spPr>
        <p:txBody>
          <a:bodyPr wrap="none" rtlCol="0">
            <a:spAutoFit/>
          </a:bodyPr>
          <a:lstStyle/>
          <a:p>
            <a:r>
              <a:rPr lang="en-US" dirty="0"/>
              <a:t>Find specific text:</a:t>
            </a:r>
          </a:p>
        </p:txBody>
      </p:sp>
      <p:sp>
        <p:nvSpPr>
          <p:cNvPr id="6" name="Rectangle 5">
            <a:extLst>
              <a:ext uri="{FF2B5EF4-FFF2-40B4-BE49-F238E27FC236}">
                <a16:creationId xmlns:a16="http://schemas.microsoft.com/office/drawing/2014/main" id="{B26308DB-8019-E0BC-0868-624301553F2C}"/>
              </a:ext>
            </a:extLst>
          </p:cNvPr>
          <p:cNvSpPr/>
          <p:nvPr/>
        </p:nvSpPr>
        <p:spPr>
          <a:xfrm>
            <a:off x="1579418" y="3093628"/>
            <a:ext cx="9774382" cy="3398979"/>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3428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DE7EA82C-B4F3-044B-954E-4E9220BB10F3}"/>
              </a:ext>
            </a:extLst>
          </p:cNvPr>
          <p:cNvCxnSpPr>
            <a:cxnSpLocks/>
          </p:cNvCxnSpPr>
          <p:nvPr/>
        </p:nvCxnSpPr>
        <p:spPr>
          <a:xfrm>
            <a:off x="838200" y="1437005"/>
            <a:ext cx="6986155"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A4A748D-7D8D-954C-8528-1E4DBF6340A6}"/>
              </a:ext>
            </a:extLst>
          </p:cNvPr>
          <p:cNvSpPr>
            <a:spLocks noGrp="1"/>
          </p:cNvSpPr>
          <p:nvPr>
            <p:ph type="title"/>
          </p:nvPr>
        </p:nvSpPr>
        <p:spPr>
          <a:xfrm>
            <a:off x="838200" y="111442"/>
            <a:ext cx="10515600" cy="1325563"/>
          </a:xfrm>
        </p:spPr>
        <p:txBody>
          <a:bodyPr/>
          <a:lstStyle/>
          <a:p>
            <a:r>
              <a:rPr lang="en-US" b="1" dirty="0">
                <a:latin typeface="Aharoni" panose="02010803020104030203" pitchFamily="2" charset="-79"/>
                <a:cs typeface="Aharoni" panose="02010803020104030203" pitchFamily="2" charset="-79"/>
              </a:rPr>
              <a:t>Web exploring tool</a:t>
            </a:r>
          </a:p>
        </p:txBody>
      </p:sp>
      <p:sp>
        <p:nvSpPr>
          <p:cNvPr id="3" name="Content Placeholder 2">
            <a:extLst>
              <a:ext uri="{FF2B5EF4-FFF2-40B4-BE49-F238E27FC236}">
                <a16:creationId xmlns:a16="http://schemas.microsoft.com/office/drawing/2014/main" id="{54905DB1-905B-424C-A68E-4AE158E95D47}"/>
              </a:ext>
            </a:extLst>
          </p:cNvPr>
          <p:cNvSpPr>
            <a:spLocks noGrp="1"/>
          </p:cNvSpPr>
          <p:nvPr>
            <p:ph idx="1"/>
          </p:nvPr>
        </p:nvSpPr>
        <p:spPr>
          <a:xfrm>
            <a:off x="294985" y="1690688"/>
            <a:ext cx="5801015" cy="4351338"/>
          </a:xfrm>
        </p:spPr>
        <p:txBody>
          <a:bodyPr/>
          <a:lstStyle/>
          <a:p>
            <a:r>
              <a:rPr lang="en-US" sz="2400" dirty="0"/>
              <a:t>Right click anywhere on the page and choose ‘</a:t>
            </a:r>
            <a:r>
              <a:rPr lang="en-US" sz="2400" b="1" i="1" u="sng" dirty="0"/>
              <a:t>inspect element</a:t>
            </a:r>
            <a:r>
              <a:rPr lang="en-US" dirty="0"/>
              <a:t>’  or </a:t>
            </a:r>
            <a:r>
              <a:rPr lang="en-US" i="1" u="sng" dirty="0"/>
              <a:t>‘</a:t>
            </a:r>
            <a:r>
              <a:rPr lang="en-US" sz="2400" b="1" i="1" u="sng" dirty="0"/>
              <a:t>inspect’</a:t>
            </a:r>
          </a:p>
        </p:txBody>
      </p:sp>
      <p:pic>
        <p:nvPicPr>
          <p:cNvPr id="9" name="Picture 8" descr="Graphical user interface, text, application, email&#10;&#10;Description automatically generated">
            <a:extLst>
              <a:ext uri="{FF2B5EF4-FFF2-40B4-BE49-F238E27FC236}">
                <a16:creationId xmlns:a16="http://schemas.microsoft.com/office/drawing/2014/main" id="{7C2614E1-F7B6-8C48-8ACB-91E72E14A2F0}"/>
              </a:ext>
            </a:extLst>
          </p:cNvPr>
          <p:cNvPicPr>
            <a:picLocks noChangeAspect="1"/>
          </p:cNvPicPr>
          <p:nvPr/>
        </p:nvPicPr>
        <p:blipFill>
          <a:blip r:embed="rId2"/>
          <a:stretch>
            <a:fillRect/>
          </a:stretch>
        </p:blipFill>
        <p:spPr>
          <a:xfrm>
            <a:off x="1948473" y="3296634"/>
            <a:ext cx="7058890" cy="2999074"/>
          </a:xfrm>
          <a:prstGeom prst="rect">
            <a:avLst/>
          </a:prstGeom>
        </p:spPr>
      </p:pic>
      <p:cxnSp>
        <p:nvCxnSpPr>
          <p:cNvPr id="4" name="Straight Connector 3">
            <a:extLst>
              <a:ext uri="{FF2B5EF4-FFF2-40B4-BE49-F238E27FC236}">
                <a16:creationId xmlns:a16="http://schemas.microsoft.com/office/drawing/2014/main" id="{E290C411-A8CF-BA5A-67DD-1467601A16F2}"/>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1641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Web scraping test side</a:t>
            </a:r>
          </a:p>
        </p:txBody>
      </p:sp>
      <p:sp>
        <p:nvSpPr>
          <p:cNvPr id="5" name="Rectangle 2"/>
          <p:cNvSpPr>
            <a:spLocks noGrp="1" noChangeArrowheads="1"/>
          </p:cNvSpPr>
          <p:nvPr>
            <p:ph idx="1"/>
          </p:nvPr>
        </p:nvSpPr>
        <p:spPr bwMode="auto">
          <a:xfrm>
            <a:off x="2195780" y="1690688"/>
            <a:ext cx="9158020"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1" u="none" strike="noStrike" cap="none" normalizeH="0" baseline="0" dirty="0">
                <a:ln>
                  <a:noFill/>
                </a:ln>
                <a:solidFill>
                  <a:srgbClr val="067D17"/>
                </a:solidFill>
                <a:effectLst/>
                <a:latin typeface="JetBrains Mono"/>
              </a:rPr>
              <a:t>https://</a:t>
            </a:r>
            <a:r>
              <a:rPr kumimoji="0" lang="en-US" altLang="en-US" sz="3200" b="0" i="1" u="none" strike="noStrike" cap="none" normalizeH="0" baseline="0" dirty="0" err="1">
                <a:ln>
                  <a:noFill/>
                </a:ln>
                <a:solidFill>
                  <a:srgbClr val="067D17"/>
                </a:solidFill>
                <a:effectLst/>
                <a:latin typeface="JetBrains Mono"/>
              </a:rPr>
              <a:t>webscraper.io</a:t>
            </a:r>
            <a:r>
              <a:rPr kumimoji="0" lang="en-US" altLang="en-US" sz="3200" b="0" i="1" u="none" strike="noStrike" cap="none" normalizeH="0" baseline="0" dirty="0">
                <a:ln>
                  <a:noFill/>
                </a:ln>
                <a:solidFill>
                  <a:srgbClr val="067D17"/>
                </a:solidFill>
                <a:effectLst/>
                <a:latin typeface="JetBrains Mono"/>
              </a:rPr>
              <a:t>/test-sites/e-commerce/</a:t>
            </a:r>
            <a:r>
              <a:rPr kumimoji="0" lang="en-US" altLang="en-US" sz="3200" b="0" i="1" u="none" strike="noStrike" cap="none" normalizeH="0" baseline="0" dirty="0" err="1">
                <a:ln>
                  <a:noFill/>
                </a:ln>
                <a:solidFill>
                  <a:srgbClr val="067D17"/>
                </a:solidFill>
                <a:effectLst/>
                <a:latin typeface="JetBrains Mono"/>
              </a:rPr>
              <a:t>allinone</a:t>
            </a:r>
            <a:endParaRPr kumimoji="0" lang="en-US" altLang="en-US" sz="3200" b="0" i="1" u="none" strike="noStrike" cap="none" normalizeH="0" baseline="0" dirty="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2"/>
          <a:stretch>
            <a:fillRect/>
          </a:stretch>
        </p:blipFill>
        <p:spPr>
          <a:xfrm>
            <a:off x="3415047" y="2345349"/>
            <a:ext cx="8125590" cy="4231298"/>
          </a:xfrm>
          <a:prstGeom prst="rect">
            <a:avLst/>
          </a:prstGeom>
        </p:spPr>
      </p:pic>
      <p:cxnSp>
        <p:nvCxnSpPr>
          <p:cNvPr id="3" name="Straight Connector 2">
            <a:extLst>
              <a:ext uri="{FF2B5EF4-FFF2-40B4-BE49-F238E27FC236}">
                <a16:creationId xmlns:a16="http://schemas.microsoft.com/office/drawing/2014/main" id="{048FEA8E-A82C-5BD0-5FCF-180C8B7870C4}"/>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196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haroni" panose="02010803020104030203" pitchFamily="2" charset="-79"/>
                <a:cs typeface="Aharoni" panose="02010803020104030203" pitchFamily="2" charset="-79"/>
              </a:rPr>
              <a:t>Using requests to get the website URL</a:t>
            </a:r>
            <a:endParaRPr lang="en-GB" b="1" dirty="0">
              <a:latin typeface="Aharoni" panose="02010803020104030203" pitchFamily="2" charset="-79"/>
              <a:ea typeface="Adobe Fan Heiti Std B" panose="020B0700000000000000" pitchFamily="34" charset="-128"/>
              <a:cs typeface="Aharoni" panose="02010803020104030203" pitchFamily="2" charset="-79"/>
            </a:endParaRPr>
          </a:p>
        </p:txBody>
      </p:sp>
      <p:sp>
        <p:nvSpPr>
          <p:cNvPr id="3" name="Content Placeholder 2"/>
          <p:cNvSpPr>
            <a:spLocks noGrp="1"/>
          </p:cNvSpPr>
          <p:nvPr>
            <p:ph idx="1"/>
          </p:nvPr>
        </p:nvSpPr>
        <p:spPr>
          <a:xfrm>
            <a:off x="3074832" y="4088129"/>
            <a:ext cx="9969946" cy="4324371"/>
          </a:xfrm>
        </p:spPr>
        <p:txBody>
          <a:bodyPr>
            <a:normAutofit/>
          </a:bodyPr>
          <a:lstStyle/>
          <a:p>
            <a:pPr>
              <a:buFont typeface="Wingdings" pitchFamily="2" charset="2"/>
              <a:buChar char="§"/>
            </a:pPr>
            <a:r>
              <a:rPr lang="en-GB" sz="2000" dirty="0">
                <a:latin typeface="Abadi" panose="020F0502020204030204" pitchFamily="34" charset="0"/>
                <a:cs typeface="Arial" panose="020B0604020202020204" pitchFamily="34" charset="0"/>
              </a:rPr>
              <a:t>Possible status codes:</a:t>
            </a:r>
          </a:p>
          <a:p>
            <a:pPr lvl="1">
              <a:buFont typeface="Wingdings" pitchFamily="2" charset="2"/>
              <a:buChar char="§"/>
            </a:pPr>
            <a:r>
              <a:rPr lang="en-GB" sz="2000" dirty="0">
                <a:latin typeface="Abadi" panose="020F0502020204030204" pitchFamily="34" charset="0"/>
                <a:cs typeface="Arial" panose="020B0604020202020204" pitchFamily="34" charset="0"/>
              </a:rPr>
              <a:t>200 (OK, request succeeded)</a:t>
            </a:r>
          </a:p>
          <a:p>
            <a:pPr lvl="1">
              <a:buFont typeface="Wingdings" pitchFamily="2" charset="2"/>
              <a:buChar char="§"/>
            </a:pPr>
            <a:r>
              <a:rPr lang="en-GB" sz="2000" dirty="0">
                <a:latin typeface="Abadi" panose="020F0502020204030204" pitchFamily="34" charset="0"/>
                <a:cs typeface="Arial" panose="020B0604020202020204" pitchFamily="34" charset="0"/>
              </a:rPr>
              <a:t>404 (Not found; requested resource cannot be found)</a:t>
            </a:r>
          </a:p>
          <a:p>
            <a:pPr lvl="1">
              <a:buFont typeface="Wingdings" pitchFamily="2" charset="2"/>
              <a:buChar char="§"/>
            </a:pPr>
            <a:r>
              <a:rPr lang="en-GB" sz="2000" dirty="0">
                <a:latin typeface="Abadi" panose="020F0502020204030204" pitchFamily="34" charset="0"/>
                <a:cs typeface="Arial" panose="020B0604020202020204" pitchFamily="34" charset="0"/>
              </a:rPr>
              <a:t>500 (Internal server error)</a:t>
            </a:r>
          </a:p>
          <a:p>
            <a:pPr lvl="1">
              <a:buFont typeface="Wingdings" pitchFamily="2" charset="2"/>
              <a:buChar char="§"/>
            </a:pPr>
            <a:r>
              <a:rPr lang="en-GB" sz="2000" dirty="0">
                <a:latin typeface="Abadi" panose="020F0502020204030204" pitchFamily="34" charset="0"/>
                <a:cs typeface="Arial" panose="020B0604020202020204" pitchFamily="34" charset="0"/>
              </a:rPr>
              <a:t>204 (No content to be sent)</a:t>
            </a:r>
          </a:p>
          <a:p>
            <a:pPr lvl="1">
              <a:buFont typeface="Wingdings" pitchFamily="2" charset="2"/>
              <a:buChar char="§"/>
            </a:pPr>
            <a:r>
              <a:rPr lang="en-GB" sz="2000" dirty="0">
                <a:latin typeface="Abadi" panose="020F0502020204030204" pitchFamily="34" charset="0"/>
                <a:cs typeface="Arial" panose="020B0604020202020204" pitchFamily="34" charset="0"/>
              </a:rPr>
              <a:t>401 (Unauthorized request was made to the server)</a:t>
            </a:r>
          </a:p>
          <a:p>
            <a:endParaRPr lang="en-GB" sz="2000" dirty="0">
              <a:latin typeface="Arial" panose="020B0604020202020204" pitchFamily="34" charset="0"/>
              <a:cs typeface="Arial" panose="020B0604020202020204" pitchFamily="34" charset="0"/>
            </a:endParaRPr>
          </a:p>
        </p:txBody>
      </p:sp>
      <p:cxnSp>
        <p:nvCxnSpPr>
          <p:cNvPr id="4" name="Straight Connector 3">
            <a:extLst>
              <a:ext uri="{FF2B5EF4-FFF2-40B4-BE49-F238E27FC236}">
                <a16:creationId xmlns:a16="http://schemas.microsoft.com/office/drawing/2014/main" id="{FADCD227-A552-384C-8E16-E0652A435F09}"/>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8965794" y="2238553"/>
            <a:ext cx="1857368" cy="646331"/>
          </a:xfrm>
          <a:prstGeom prst="rect">
            <a:avLst/>
          </a:prstGeom>
          <a:solidFill>
            <a:srgbClr val="FFFF00"/>
          </a:solidFill>
        </p:spPr>
        <p:txBody>
          <a:bodyPr wrap="none">
            <a:spAutoFit/>
          </a:bodyPr>
          <a:lstStyle/>
          <a:p>
            <a:r>
              <a:rPr lang="en-GB" dirty="0"/>
              <a:t>Example:</a:t>
            </a:r>
          </a:p>
          <a:p>
            <a:r>
              <a:rPr lang="en-GB" dirty="0"/>
              <a:t>&lt;Response [200]&gt;</a:t>
            </a:r>
          </a:p>
        </p:txBody>
      </p:sp>
      <p:pic>
        <p:nvPicPr>
          <p:cNvPr id="8" name="Picture 7"/>
          <p:cNvPicPr>
            <a:picLocks noChangeAspect="1"/>
          </p:cNvPicPr>
          <p:nvPr/>
        </p:nvPicPr>
        <p:blipFill>
          <a:blip r:embed="rId2"/>
          <a:stretch>
            <a:fillRect/>
          </a:stretch>
        </p:blipFill>
        <p:spPr>
          <a:xfrm>
            <a:off x="807277" y="1918066"/>
            <a:ext cx="6927023" cy="1446571"/>
          </a:xfrm>
          <a:prstGeom prst="rect">
            <a:avLst/>
          </a:prstGeom>
        </p:spPr>
      </p:pic>
      <p:sp>
        <p:nvSpPr>
          <p:cNvPr id="7" name="Rectangle 6">
            <a:extLst>
              <a:ext uri="{FF2B5EF4-FFF2-40B4-BE49-F238E27FC236}">
                <a16:creationId xmlns:a16="http://schemas.microsoft.com/office/drawing/2014/main" id="{0C8B5601-D385-FB44-911A-1F1CBA9D939C}"/>
              </a:ext>
            </a:extLst>
          </p:cNvPr>
          <p:cNvSpPr/>
          <p:nvPr/>
        </p:nvSpPr>
        <p:spPr>
          <a:xfrm>
            <a:off x="661322" y="1629531"/>
            <a:ext cx="6896100" cy="2212113"/>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descr="Checkbox Ticked outline">
            <a:extLst>
              <a:ext uri="{FF2B5EF4-FFF2-40B4-BE49-F238E27FC236}">
                <a16:creationId xmlns:a16="http://schemas.microsoft.com/office/drawing/2014/main" id="{E445B673-3C4F-475D-F31E-4C3DE59220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12913" y="2128829"/>
            <a:ext cx="914400" cy="914400"/>
          </a:xfrm>
          <a:prstGeom prst="rect">
            <a:avLst/>
          </a:prstGeom>
        </p:spPr>
      </p:pic>
      <p:cxnSp>
        <p:nvCxnSpPr>
          <p:cNvPr id="13" name="Straight Arrow Connector 12">
            <a:extLst>
              <a:ext uri="{FF2B5EF4-FFF2-40B4-BE49-F238E27FC236}">
                <a16:creationId xmlns:a16="http://schemas.microsoft.com/office/drawing/2014/main" id="{0F4D2650-8096-470E-0773-586441B680E0}"/>
              </a:ext>
            </a:extLst>
          </p:cNvPr>
          <p:cNvCxnSpPr/>
          <p:nvPr/>
        </p:nvCxnSpPr>
        <p:spPr>
          <a:xfrm flipH="1">
            <a:off x="3896139" y="2160498"/>
            <a:ext cx="5143093" cy="448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682C1CCC-8F74-7A8C-A7FC-E8887904AF9A}"/>
              </a:ext>
            </a:extLst>
          </p:cNvPr>
          <p:cNvSpPr txBox="1"/>
          <p:nvPr/>
        </p:nvSpPr>
        <p:spPr>
          <a:xfrm>
            <a:off x="8437492" y="1807467"/>
            <a:ext cx="2029466" cy="369332"/>
          </a:xfrm>
          <a:prstGeom prst="rect">
            <a:avLst/>
          </a:prstGeom>
          <a:noFill/>
        </p:spPr>
        <p:txBody>
          <a:bodyPr wrap="none" rtlCol="0">
            <a:spAutoFit/>
          </a:bodyPr>
          <a:lstStyle/>
          <a:p>
            <a:r>
              <a:rPr lang="en-US" dirty="0"/>
              <a:t>Returns status code</a:t>
            </a:r>
          </a:p>
        </p:txBody>
      </p:sp>
    </p:spTree>
    <p:extLst>
      <p:ext uri="{BB962C8B-B14F-4D97-AF65-F5344CB8AC3E}">
        <p14:creationId xmlns:p14="http://schemas.microsoft.com/office/powerpoint/2010/main" val="2432345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98A84-9029-2046-8621-CA448DCEBCA0}"/>
              </a:ext>
            </a:extLst>
          </p:cNvPr>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Making the soup</a:t>
            </a:r>
            <a:endParaRPr lang="en-US" b="1" dirty="0">
              <a:latin typeface="Aharoni" panose="02010803020104030203" pitchFamily="2" charset="-79"/>
              <a:cs typeface="Aharoni" panose="02010803020104030203" pitchFamily="2" charset="-79"/>
            </a:endParaRPr>
          </a:p>
        </p:txBody>
      </p:sp>
      <p:sp>
        <p:nvSpPr>
          <p:cNvPr id="4" name="TextBox 3">
            <a:extLst>
              <a:ext uri="{FF2B5EF4-FFF2-40B4-BE49-F238E27FC236}">
                <a16:creationId xmlns:a16="http://schemas.microsoft.com/office/drawing/2014/main" id="{6995382B-D9C9-C649-8EE8-1B5F8180BD6D}"/>
              </a:ext>
            </a:extLst>
          </p:cNvPr>
          <p:cNvSpPr txBox="1"/>
          <p:nvPr/>
        </p:nvSpPr>
        <p:spPr>
          <a:xfrm>
            <a:off x="838200" y="1628776"/>
            <a:ext cx="7589001" cy="3416320"/>
          </a:xfrm>
          <a:prstGeom prst="rect">
            <a:avLst/>
          </a:prstGeom>
          <a:noFill/>
        </p:spPr>
        <p:txBody>
          <a:bodyPr wrap="none" rtlCol="0">
            <a:spAutoFit/>
          </a:bodyPr>
          <a:lstStyle/>
          <a:p>
            <a:r>
              <a:rPr lang="en-GB" b="1" dirty="0">
                <a:solidFill>
                  <a:srgbClr val="0A007C"/>
                </a:solidFill>
              </a:rPr>
              <a:t>import</a:t>
            </a:r>
            <a:r>
              <a:rPr lang="en-GB" b="1" dirty="0"/>
              <a:t> </a:t>
            </a:r>
            <a:r>
              <a:rPr lang="en-GB" dirty="0"/>
              <a:t>requests  </a:t>
            </a:r>
            <a:br>
              <a:rPr lang="en-GB" dirty="0"/>
            </a:br>
            <a:br>
              <a:rPr lang="en-GB" dirty="0"/>
            </a:br>
            <a:r>
              <a:rPr lang="en-GB" b="1" dirty="0">
                <a:solidFill>
                  <a:srgbClr val="0A007C"/>
                </a:solidFill>
                <a:highlight>
                  <a:srgbClr val="FFFF00"/>
                </a:highlight>
              </a:rPr>
              <a:t>from</a:t>
            </a:r>
            <a:r>
              <a:rPr lang="en-GB" b="1" dirty="0">
                <a:highlight>
                  <a:srgbClr val="FFFF00"/>
                </a:highlight>
              </a:rPr>
              <a:t> </a:t>
            </a:r>
            <a:r>
              <a:rPr lang="en-GB" dirty="0">
                <a:highlight>
                  <a:srgbClr val="FFFF00"/>
                </a:highlight>
              </a:rPr>
              <a:t>bs4 </a:t>
            </a:r>
            <a:r>
              <a:rPr lang="en-GB" b="1" dirty="0">
                <a:solidFill>
                  <a:srgbClr val="0A007C"/>
                </a:solidFill>
                <a:highlight>
                  <a:srgbClr val="FFFF00"/>
                </a:highlight>
              </a:rPr>
              <a:t>import</a:t>
            </a:r>
            <a:r>
              <a:rPr lang="en-GB" b="1" dirty="0">
                <a:highlight>
                  <a:srgbClr val="FFFF00"/>
                </a:highlight>
              </a:rPr>
              <a:t> </a:t>
            </a:r>
            <a:r>
              <a:rPr lang="en-GB" dirty="0">
                <a:highlight>
                  <a:srgbClr val="FFFF00"/>
                </a:highlight>
              </a:rPr>
              <a:t>Beautiful Soup</a:t>
            </a:r>
            <a:br>
              <a:rPr lang="en-GB" dirty="0"/>
            </a:br>
            <a:br>
              <a:rPr lang="en-GB" dirty="0"/>
            </a:br>
            <a:r>
              <a:rPr lang="en-GB" dirty="0"/>
              <a:t>urn = ‘</a:t>
            </a:r>
            <a:r>
              <a:rPr lang="en-US" altLang="en-US" dirty="0">
                <a:solidFill>
                  <a:srgbClr val="067D17"/>
                </a:solidFill>
                <a:latin typeface="JetBrains Mono"/>
              </a:rPr>
              <a:t>https://webscraper.io/test-sites/e-commerce/</a:t>
            </a:r>
            <a:r>
              <a:rPr lang="en-US" altLang="en-US" dirty="0" err="1">
                <a:solidFill>
                  <a:srgbClr val="067D17"/>
                </a:solidFill>
                <a:latin typeface="JetBrains Mono"/>
              </a:rPr>
              <a:t>allinone</a:t>
            </a:r>
            <a:r>
              <a:rPr lang="en-US" altLang="en-US" dirty="0">
                <a:solidFill>
                  <a:srgbClr val="067D17"/>
                </a:solidFill>
                <a:latin typeface="JetBrains Mono"/>
              </a:rPr>
              <a:t>/phones/touch’</a:t>
            </a:r>
            <a:endParaRPr lang="en-US" altLang="en-US" sz="4400" dirty="0">
              <a:latin typeface="Arial" panose="020B0604020202020204" pitchFamily="34" charset="0"/>
            </a:endParaRPr>
          </a:p>
          <a:p>
            <a:br>
              <a:rPr lang="en-GB" b="1" dirty="0"/>
            </a:br>
            <a:r>
              <a:rPr lang="en-GB" dirty="0"/>
              <a:t>response = </a:t>
            </a:r>
            <a:r>
              <a:rPr lang="en-GB" dirty="0" err="1"/>
              <a:t>requests.get</a:t>
            </a:r>
            <a:r>
              <a:rPr lang="en-GB" dirty="0"/>
              <a:t>(</a:t>
            </a:r>
            <a:r>
              <a:rPr lang="en-GB" dirty="0" err="1"/>
              <a:t>url</a:t>
            </a:r>
            <a:r>
              <a:rPr lang="en-GB" dirty="0"/>
              <a:t>)</a:t>
            </a:r>
            <a:br>
              <a:rPr lang="en-GB" dirty="0"/>
            </a:br>
            <a:br>
              <a:rPr lang="en-GB" dirty="0"/>
            </a:br>
            <a:r>
              <a:rPr lang="en-GB" dirty="0">
                <a:highlight>
                  <a:srgbClr val="FFFF00"/>
                </a:highlight>
              </a:rPr>
              <a:t>soup = </a:t>
            </a:r>
            <a:r>
              <a:rPr lang="en-GB" dirty="0" err="1">
                <a:highlight>
                  <a:srgbClr val="FFFF00"/>
                </a:highlight>
              </a:rPr>
              <a:t>BeautifulSoup</a:t>
            </a:r>
            <a:r>
              <a:rPr lang="en-GB" dirty="0">
                <a:highlight>
                  <a:srgbClr val="FFFF00"/>
                </a:highlight>
              </a:rPr>
              <a:t>(</a:t>
            </a:r>
            <a:r>
              <a:rPr lang="en-GB" dirty="0" err="1">
                <a:highlight>
                  <a:srgbClr val="FFFF00"/>
                </a:highlight>
              </a:rPr>
              <a:t>response.content</a:t>
            </a:r>
            <a:r>
              <a:rPr lang="en-GB" dirty="0">
                <a:highlight>
                  <a:srgbClr val="FFFF00"/>
                </a:highlight>
              </a:rPr>
              <a:t>, </a:t>
            </a:r>
            <a:r>
              <a:rPr lang="en-GB" dirty="0">
                <a:solidFill>
                  <a:srgbClr val="71009F"/>
                </a:solidFill>
                <a:highlight>
                  <a:srgbClr val="FFFF00"/>
                </a:highlight>
              </a:rPr>
              <a:t>features</a:t>
            </a:r>
            <a:r>
              <a:rPr lang="en-GB" dirty="0">
                <a:highlight>
                  <a:srgbClr val="FFFF00"/>
                </a:highlight>
              </a:rPr>
              <a:t>=</a:t>
            </a:r>
            <a:r>
              <a:rPr lang="en-GB" b="1" dirty="0">
                <a:solidFill>
                  <a:srgbClr val="008281"/>
                </a:solidFill>
                <a:highlight>
                  <a:srgbClr val="FFFF00"/>
                </a:highlight>
              </a:rPr>
              <a:t>"</a:t>
            </a:r>
            <a:r>
              <a:rPr lang="en-GB" b="1" dirty="0" err="1">
                <a:solidFill>
                  <a:srgbClr val="008281"/>
                </a:solidFill>
                <a:highlight>
                  <a:srgbClr val="FFFF00"/>
                </a:highlight>
              </a:rPr>
              <a:t>html.parser</a:t>
            </a:r>
            <a:r>
              <a:rPr lang="en-GB" b="1" dirty="0">
                <a:solidFill>
                  <a:srgbClr val="008281"/>
                </a:solidFill>
                <a:highlight>
                  <a:srgbClr val="FFFF00"/>
                </a:highlight>
              </a:rPr>
              <a:t>"</a:t>
            </a:r>
            <a:r>
              <a:rPr lang="en-GB" dirty="0">
                <a:highlight>
                  <a:srgbClr val="FFFF00"/>
                </a:highlight>
              </a:rPr>
              <a:t>)</a:t>
            </a:r>
            <a:br>
              <a:rPr lang="en-GB" dirty="0">
                <a:highlight>
                  <a:srgbClr val="FFFF00"/>
                </a:highlight>
              </a:rPr>
            </a:br>
            <a:br>
              <a:rPr lang="en-GB" dirty="0">
                <a:highlight>
                  <a:srgbClr val="FFFF00"/>
                </a:highlight>
              </a:rPr>
            </a:br>
            <a:r>
              <a:rPr lang="en-GB" dirty="0"/>
              <a:t>print(</a:t>
            </a:r>
            <a:r>
              <a:rPr lang="en-GB" dirty="0" err="1"/>
              <a:t>soup.prettify</a:t>
            </a:r>
            <a:r>
              <a:rPr lang="en-GB" dirty="0"/>
              <a:t>())</a:t>
            </a:r>
            <a:br>
              <a:rPr lang="en-GB" dirty="0"/>
            </a:br>
            <a:endParaRPr lang="en-US" dirty="0"/>
          </a:p>
        </p:txBody>
      </p:sp>
      <p:sp>
        <p:nvSpPr>
          <p:cNvPr id="6" name="Rectangle 5">
            <a:extLst>
              <a:ext uri="{FF2B5EF4-FFF2-40B4-BE49-F238E27FC236}">
                <a16:creationId xmlns:a16="http://schemas.microsoft.com/office/drawing/2014/main" id="{0C8B5601-D385-FB44-911A-1F1CBA9D939C}"/>
              </a:ext>
            </a:extLst>
          </p:cNvPr>
          <p:cNvSpPr/>
          <p:nvPr/>
        </p:nvSpPr>
        <p:spPr>
          <a:xfrm>
            <a:off x="640764" y="1690688"/>
            <a:ext cx="8629650" cy="3600448"/>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7C8ACEB3-405B-2D4F-8E76-CF36F50B0DF0}"/>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249C35E-6315-368E-E3E1-96FFD36014DD}"/>
              </a:ext>
            </a:extLst>
          </p:cNvPr>
          <p:cNvSpPr txBox="1"/>
          <p:nvPr/>
        </p:nvSpPr>
        <p:spPr>
          <a:xfrm>
            <a:off x="410818" y="5420994"/>
            <a:ext cx="10799751" cy="400110"/>
          </a:xfrm>
          <a:prstGeom prst="rect">
            <a:avLst/>
          </a:prstGeom>
          <a:noFill/>
        </p:spPr>
        <p:txBody>
          <a:bodyPr wrap="none" rtlCol="0">
            <a:spAutoFit/>
          </a:bodyPr>
          <a:lstStyle/>
          <a:p>
            <a:r>
              <a:rPr lang="en-GB" sz="2000" b="1" i="0" dirty="0">
                <a:solidFill>
                  <a:srgbClr val="404040"/>
                </a:solidFill>
                <a:effectLst/>
                <a:latin typeface="Lato" panose="020F0502020204030203" pitchFamily="34" charset="0"/>
              </a:rPr>
              <a:t>Beautiful Soup transforms a complex HTML document into a complex tree of Python objects.</a:t>
            </a:r>
            <a:endParaRPr lang="en-US" sz="2000" b="1" dirty="0"/>
          </a:p>
        </p:txBody>
      </p:sp>
    </p:spTree>
    <p:extLst>
      <p:ext uri="{BB962C8B-B14F-4D97-AF65-F5344CB8AC3E}">
        <p14:creationId xmlns:p14="http://schemas.microsoft.com/office/powerpoint/2010/main" val="2150761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Tags example</a:t>
            </a:r>
          </a:p>
        </p:txBody>
      </p:sp>
      <p:pic>
        <p:nvPicPr>
          <p:cNvPr id="4" name="Picture 3"/>
          <p:cNvPicPr>
            <a:picLocks noChangeAspect="1"/>
          </p:cNvPicPr>
          <p:nvPr/>
        </p:nvPicPr>
        <p:blipFill>
          <a:blip r:embed="rId2"/>
          <a:stretch>
            <a:fillRect/>
          </a:stretch>
        </p:blipFill>
        <p:spPr>
          <a:xfrm>
            <a:off x="1587264" y="2130303"/>
            <a:ext cx="8449888" cy="4378325"/>
          </a:xfrm>
          <a:prstGeom prst="rect">
            <a:avLst/>
          </a:prstGeom>
        </p:spPr>
      </p:pic>
      <p:cxnSp>
        <p:nvCxnSpPr>
          <p:cNvPr id="3" name="Straight Connector 2">
            <a:extLst>
              <a:ext uri="{FF2B5EF4-FFF2-40B4-BE49-F238E27FC236}">
                <a16:creationId xmlns:a16="http://schemas.microsoft.com/office/drawing/2014/main" id="{EC5F6E3B-CA11-907E-0BC9-0F7AF63A7D41}"/>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DFDB59FD-0CEE-9993-7E87-5391B4E02115}"/>
              </a:ext>
            </a:extLst>
          </p:cNvPr>
          <p:cNvSpPr/>
          <p:nvPr/>
        </p:nvSpPr>
        <p:spPr>
          <a:xfrm>
            <a:off x="1579418" y="1876621"/>
            <a:ext cx="8770505" cy="4615987"/>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738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Aharoni" panose="02010803020104030203" pitchFamily="2" charset="-79"/>
                <a:cs typeface="Aharoni" panose="02010803020104030203" pitchFamily="2" charset="-79"/>
              </a:rPr>
              <a:t>Getting text from header ‘p’ tag</a:t>
            </a:r>
            <a:endParaRPr lang="en-GB" dirty="0">
              <a:latin typeface="Aharoni" panose="02010803020104030203" pitchFamily="2" charset="-79"/>
              <a:cs typeface="Aharoni" panose="02010803020104030203" pitchFamily="2" charset="-79"/>
            </a:endParaRPr>
          </a:p>
        </p:txBody>
      </p:sp>
      <p:pic>
        <p:nvPicPr>
          <p:cNvPr id="4" name="Picture 3"/>
          <p:cNvPicPr>
            <a:picLocks noChangeAspect="1"/>
          </p:cNvPicPr>
          <p:nvPr/>
        </p:nvPicPr>
        <p:blipFill>
          <a:blip r:embed="rId2"/>
          <a:stretch>
            <a:fillRect/>
          </a:stretch>
        </p:blipFill>
        <p:spPr>
          <a:xfrm>
            <a:off x="2343417" y="2380804"/>
            <a:ext cx="8269165" cy="3240979"/>
          </a:xfrm>
          <a:prstGeom prst="rect">
            <a:avLst/>
          </a:prstGeom>
        </p:spPr>
      </p:pic>
      <p:cxnSp>
        <p:nvCxnSpPr>
          <p:cNvPr id="5" name="Straight Connector 4">
            <a:extLst>
              <a:ext uri="{FF2B5EF4-FFF2-40B4-BE49-F238E27FC236}">
                <a16:creationId xmlns:a16="http://schemas.microsoft.com/office/drawing/2014/main" id="{664D1755-9DB5-4151-270C-85CA387D704A}"/>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E04CDA2-3138-9343-7FA1-5CAC1DAC1204}"/>
              </a:ext>
            </a:extLst>
          </p:cNvPr>
          <p:cNvSpPr/>
          <p:nvPr/>
        </p:nvSpPr>
        <p:spPr>
          <a:xfrm>
            <a:off x="1579418" y="1876621"/>
            <a:ext cx="8770505" cy="4615987"/>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5825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Getting Attributes from ‘a’ tag</a:t>
            </a:r>
          </a:p>
        </p:txBody>
      </p:sp>
      <p:pic>
        <p:nvPicPr>
          <p:cNvPr id="4" name="Picture 3"/>
          <p:cNvPicPr>
            <a:picLocks noChangeAspect="1"/>
          </p:cNvPicPr>
          <p:nvPr/>
        </p:nvPicPr>
        <p:blipFill>
          <a:blip r:embed="rId2"/>
          <a:stretch>
            <a:fillRect/>
          </a:stretch>
        </p:blipFill>
        <p:spPr>
          <a:xfrm>
            <a:off x="1579418" y="2102119"/>
            <a:ext cx="11613679" cy="4164989"/>
          </a:xfrm>
          <a:prstGeom prst="rect">
            <a:avLst/>
          </a:prstGeom>
        </p:spPr>
      </p:pic>
      <p:sp>
        <p:nvSpPr>
          <p:cNvPr id="5" name="Oval 4"/>
          <p:cNvSpPr/>
          <p:nvPr/>
        </p:nvSpPr>
        <p:spPr>
          <a:xfrm>
            <a:off x="2690448" y="4202721"/>
            <a:ext cx="756139" cy="474785"/>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cxnSp>
        <p:nvCxnSpPr>
          <p:cNvPr id="3" name="Straight Connector 2">
            <a:extLst>
              <a:ext uri="{FF2B5EF4-FFF2-40B4-BE49-F238E27FC236}">
                <a16:creationId xmlns:a16="http://schemas.microsoft.com/office/drawing/2014/main" id="{CEDC38FA-0F45-6AE0-BC1D-5CBA3081674F}"/>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B75E52F-AB90-D982-27E4-E66CA6BBF732}"/>
              </a:ext>
            </a:extLst>
          </p:cNvPr>
          <p:cNvSpPr/>
          <p:nvPr/>
        </p:nvSpPr>
        <p:spPr>
          <a:xfrm>
            <a:off x="1579418" y="1876621"/>
            <a:ext cx="10731115" cy="4615987"/>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4316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haroni" panose="02010803020104030203" pitchFamily="2" charset="-79"/>
                <a:cs typeface="Aharoni" panose="02010803020104030203" pitchFamily="2" charset="-79"/>
              </a:rPr>
              <a:t>find() function to get all prices</a:t>
            </a:r>
          </a:p>
        </p:txBody>
      </p:sp>
      <p:pic>
        <p:nvPicPr>
          <p:cNvPr id="4" name="Picture 3"/>
          <p:cNvPicPr>
            <a:picLocks noChangeAspect="1"/>
          </p:cNvPicPr>
          <p:nvPr/>
        </p:nvPicPr>
        <p:blipFill>
          <a:blip r:embed="rId2"/>
          <a:stretch>
            <a:fillRect/>
          </a:stretch>
        </p:blipFill>
        <p:spPr>
          <a:xfrm>
            <a:off x="1709538" y="1921118"/>
            <a:ext cx="6866260" cy="3864219"/>
          </a:xfrm>
          <a:prstGeom prst="rect">
            <a:avLst/>
          </a:prstGeom>
        </p:spPr>
      </p:pic>
      <p:cxnSp>
        <p:nvCxnSpPr>
          <p:cNvPr id="3" name="Straight Connector 2">
            <a:extLst>
              <a:ext uri="{FF2B5EF4-FFF2-40B4-BE49-F238E27FC236}">
                <a16:creationId xmlns:a16="http://schemas.microsoft.com/office/drawing/2014/main" id="{27207556-4922-0F4C-CF4B-336E8F00C55F}"/>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1BABE69-08CA-F6CB-E16A-CDD3B5133492}"/>
              </a:ext>
            </a:extLst>
          </p:cNvPr>
          <p:cNvSpPr/>
          <p:nvPr/>
        </p:nvSpPr>
        <p:spPr>
          <a:xfrm>
            <a:off x="1579418" y="1876621"/>
            <a:ext cx="8770505" cy="4615987"/>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5811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err="1">
                <a:latin typeface="Aharoni" panose="02010803020104030203" pitchFamily="2" charset="-79"/>
                <a:cs typeface="Aharoni" panose="02010803020104030203" pitchFamily="2" charset="-79"/>
              </a:rPr>
              <a:t>find_all</a:t>
            </a:r>
            <a:r>
              <a:rPr lang="en-GB" b="1" dirty="0">
                <a:latin typeface="Aharoni" panose="02010803020104030203" pitchFamily="2" charset="-79"/>
                <a:cs typeface="Aharoni" panose="02010803020104030203" pitchFamily="2" charset="-79"/>
              </a:rPr>
              <a:t>() functions example </a:t>
            </a:r>
          </a:p>
        </p:txBody>
      </p:sp>
      <p:pic>
        <p:nvPicPr>
          <p:cNvPr id="5" name="Picture 4"/>
          <p:cNvPicPr>
            <a:picLocks noChangeAspect="1"/>
          </p:cNvPicPr>
          <p:nvPr/>
        </p:nvPicPr>
        <p:blipFill>
          <a:blip r:embed="rId2"/>
          <a:stretch>
            <a:fillRect/>
          </a:stretch>
        </p:blipFill>
        <p:spPr>
          <a:xfrm>
            <a:off x="1171575" y="1462087"/>
            <a:ext cx="7761410" cy="5086709"/>
          </a:xfrm>
          <a:prstGeom prst="rect">
            <a:avLst/>
          </a:prstGeom>
        </p:spPr>
      </p:pic>
      <p:cxnSp>
        <p:nvCxnSpPr>
          <p:cNvPr id="3" name="Straight Connector 2">
            <a:extLst>
              <a:ext uri="{FF2B5EF4-FFF2-40B4-BE49-F238E27FC236}">
                <a16:creationId xmlns:a16="http://schemas.microsoft.com/office/drawing/2014/main" id="{499F091B-169E-35BF-639A-A765355FFC0B}"/>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82869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147A5-A7D4-77D1-4E6D-0840C401A60D}"/>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Find all prices</a:t>
            </a:r>
          </a:p>
        </p:txBody>
      </p:sp>
      <p:pic>
        <p:nvPicPr>
          <p:cNvPr id="9" name="Content Placeholder 8" descr="Graphical user interface, text, application, email&#10;&#10;Description automatically generated">
            <a:extLst>
              <a:ext uri="{FF2B5EF4-FFF2-40B4-BE49-F238E27FC236}">
                <a16:creationId xmlns:a16="http://schemas.microsoft.com/office/drawing/2014/main" id="{0B6BF8E1-AD2F-84F1-6ED8-EA8B36C043CA}"/>
              </a:ext>
            </a:extLst>
          </p:cNvPr>
          <p:cNvPicPr>
            <a:picLocks noGrp="1" noChangeAspect="1"/>
          </p:cNvPicPr>
          <p:nvPr>
            <p:ph idx="1"/>
          </p:nvPr>
        </p:nvPicPr>
        <p:blipFill>
          <a:blip r:embed="rId2"/>
          <a:stretch>
            <a:fillRect/>
          </a:stretch>
        </p:blipFill>
        <p:spPr>
          <a:xfrm>
            <a:off x="4658662" y="1022675"/>
            <a:ext cx="8069884" cy="5835325"/>
          </a:xfrm>
        </p:spPr>
      </p:pic>
      <p:sp>
        <p:nvSpPr>
          <p:cNvPr id="10" name="Rectangle 9">
            <a:extLst>
              <a:ext uri="{FF2B5EF4-FFF2-40B4-BE49-F238E27FC236}">
                <a16:creationId xmlns:a16="http://schemas.microsoft.com/office/drawing/2014/main" id="{52564673-D8AC-F304-18C2-3A974A3B0EEC}"/>
              </a:ext>
            </a:extLst>
          </p:cNvPr>
          <p:cNvSpPr/>
          <p:nvPr/>
        </p:nvSpPr>
        <p:spPr>
          <a:xfrm>
            <a:off x="5321685" y="1022676"/>
            <a:ext cx="8770505" cy="5941550"/>
          </a:xfrm>
          <a:prstGeom prst="rect">
            <a:avLst/>
          </a:prstGeom>
          <a:solidFill>
            <a:schemeClr val="bg1">
              <a:lumMod val="85000"/>
              <a:alpha val="2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08629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4368-82D1-4349-B18A-7F1C3EBE0B6D}"/>
              </a:ext>
            </a:extLst>
          </p:cNvPr>
          <p:cNvSpPr>
            <a:spLocks noGrp="1"/>
          </p:cNvSpPr>
          <p:nvPr>
            <p:ph type="title"/>
          </p:nvPr>
        </p:nvSpPr>
        <p:spPr/>
        <p:txBody>
          <a:bodyPr/>
          <a:lstStyle/>
          <a:p>
            <a:r>
              <a:rPr lang="en-US" b="1" dirty="0">
                <a:latin typeface="Aharoni" panose="02010803020104030203" pitchFamily="2" charset="-79"/>
                <a:cs typeface="Aharoni" panose="02010803020104030203" pitchFamily="2" charset="-79"/>
              </a:rPr>
              <a:t>Summary</a:t>
            </a:r>
          </a:p>
        </p:txBody>
      </p:sp>
      <p:sp>
        <p:nvSpPr>
          <p:cNvPr id="3" name="Content Placeholder 2">
            <a:extLst>
              <a:ext uri="{FF2B5EF4-FFF2-40B4-BE49-F238E27FC236}">
                <a16:creationId xmlns:a16="http://schemas.microsoft.com/office/drawing/2014/main" id="{9A0D33B5-0A27-3242-978F-36D8314EE0A6}"/>
              </a:ext>
            </a:extLst>
          </p:cNvPr>
          <p:cNvSpPr>
            <a:spLocks noGrp="1"/>
          </p:cNvSpPr>
          <p:nvPr>
            <p:ph idx="1"/>
          </p:nvPr>
        </p:nvSpPr>
        <p:spPr/>
        <p:txBody>
          <a:bodyPr/>
          <a:lstStyle/>
          <a:p>
            <a:pPr lvl="1"/>
            <a:r>
              <a:rPr lang="en-GB" dirty="0">
                <a:latin typeface="Arial" panose="020B0604020202020204" pitchFamily="34" charset="0"/>
                <a:cs typeface="Arial" panose="020B0604020202020204" pitchFamily="34" charset="0"/>
              </a:rPr>
              <a:t>Inspect data source</a:t>
            </a:r>
          </a:p>
          <a:p>
            <a:pPr lvl="1"/>
            <a:r>
              <a:rPr lang="en-GB" dirty="0">
                <a:latin typeface="Arial" panose="020B0604020202020204" pitchFamily="34" charset="0"/>
                <a:cs typeface="Arial" panose="020B0604020202020204" pitchFamily="34" charset="0"/>
              </a:rPr>
              <a:t>Scrape HTML content From a page</a:t>
            </a:r>
          </a:p>
          <a:p>
            <a:pPr lvl="1"/>
            <a:r>
              <a:rPr lang="en-GB" dirty="0">
                <a:latin typeface="Arial" panose="020B0604020202020204" pitchFamily="34" charset="0"/>
                <a:cs typeface="Arial" panose="020B0604020202020204" pitchFamily="34" charset="0"/>
              </a:rPr>
              <a:t>Parse HTML code with Beautiful Soup </a:t>
            </a:r>
          </a:p>
          <a:p>
            <a:pPr marL="457200" lvl="1" indent="0">
              <a:buNone/>
            </a:pPr>
            <a:endParaRPr lang="en-GB" dirty="0">
              <a:latin typeface="Arial" panose="020B0604020202020204" pitchFamily="34" charset="0"/>
              <a:cs typeface="Arial" panose="020B0604020202020204" pitchFamily="34" charset="0"/>
            </a:endParaRPr>
          </a:p>
          <a:p>
            <a:pPr marL="457200" lvl="1" indent="0">
              <a:buNone/>
            </a:pPr>
            <a:endParaRPr lang="en-GB" dirty="0">
              <a:latin typeface="Arial" panose="020B0604020202020204" pitchFamily="34" charset="0"/>
              <a:cs typeface="Arial" panose="020B0604020202020204" pitchFamily="34" charset="0"/>
            </a:endParaRPr>
          </a:p>
          <a:p>
            <a:pPr marL="457200" lvl="1" indent="0">
              <a:buNone/>
            </a:pPr>
            <a:r>
              <a:rPr lang="en-GB" i="1" u="sng" dirty="0">
                <a:solidFill>
                  <a:schemeClr val="accent6">
                    <a:lumMod val="50000"/>
                  </a:schemeClr>
                </a:solidFill>
                <a:latin typeface="Arial" panose="020B0604020202020204" pitchFamily="34" charset="0"/>
                <a:cs typeface="Arial" panose="020B0604020202020204" pitchFamily="34" charset="0"/>
              </a:rPr>
              <a:t>Moving forward explore </a:t>
            </a:r>
            <a:r>
              <a:rPr lang="en-GB" i="1" u="sng" dirty="0" err="1">
                <a:solidFill>
                  <a:schemeClr val="accent6">
                    <a:lumMod val="50000"/>
                  </a:schemeClr>
                </a:solidFill>
                <a:latin typeface="Arial" panose="020B0604020202020204" pitchFamily="34" charset="0"/>
                <a:cs typeface="Arial" panose="020B0604020202020204" pitchFamily="34" charset="0"/>
              </a:rPr>
              <a:t>modele</a:t>
            </a:r>
            <a:r>
              <a:rPr lang="en-GB" i="1" u="sng" dirty="0">
                <a:solidFill>
                  <a:schemeClr val="accent6">
                    <a:lumMod val="50000"/>
                  </a:schemeClr>
                </a:solidFill>
                <a:latin typeface="Arial" panose="020B0604020202020204" pitchFamily="34" charset="0"/>
                <a:cs typeface="Arial" panose="020B0604020202020204" pitchFamily="34" charset="0"/>
              </a:rPr>
              <a:t> called selenium </a:t>
            </a:r>
            <a:r>
              <a:rPr lang="en-GB" dirty="0">
                <a:latin typeface="Arial" panose="020B0604020202020204" pitchFamily="34" charset="0"/>
                <a:cs typeface="Arial" panose="020B0604020202020204" pitchFamily="34" charset="0"/>
              </a:rPr>
              <a:t>(https://</a:t>
            </a:r>
            <a:r>
              <a:rPr lang="en-GB" dirty="0" err="1">
                <a:latin typeface="Arial" panose="020B0604020202020204" pitchFamily="34" charset="0"/>
                <a:cs typeface="Arial" panose="020B0604020202020204" pitchFamily="34" charset="0"/>
              </a:rPr>
              <a:t>www.selenium.dev</a:t>
            </a:r>
            <a:r>
              <a:rPr lang="en-GB" dirty="0">
                <a:latin typeface="Arial" panose="020B0604020202020204" pitchFamily="34" charset="0"/>
                <a:cs typeface="Arial" panose="020B0604020202020204" pitchFamily="34" charset="0"/>
              </a:rPr>
              <a:t>/selenium/docs/</a:t>
            </a:r>
            <a:r>
              <a:rPr lang="en-GB" dirty="0" err="1">
                <a:latin typeface="Arial" panose="020B0604020202020204" pitchFamily="34" charset="0"/>
                <a:cs typeface="Arial" panose="020B0604020202020204" pitchFamily="34" charset="0"/>
              </a:rPr>
              <a:t>api</a:t>
            </a:r>
            <a:r>
              <a:rPr lang="en-GB" dirty="0">
                <a:latin typeface="Arial" panose="020B0604020202020204" pitchFamily="34" charset="0"/>
                <a:cs typeface="Arial" panose="020B0604020202020204" pitchFamily="34" charset="0"/>
              </a:rPr>
              <a:t>/</a:t>
            </a:r>
            <a:r>
              <a:rPr lang="en-GB" dirty="0" err="1">
                <a:latin typeface="Arial" panose="020B0604020202020204" pitchFamily="34" charset="0"/>
                <a:cs typeface="Arial" panose="020B0604020202020204" pitchFamily="34" charset="0"/>
              </a:rPr>
              <a:t>py</a:t>
            </a:r>
            <a:r>
              <a:rPr lang="en-GB" dirty="0">
                <a:latin typeface="Arial" panose="020B0604020202020204" pitchFamily="34" charset="0"/>
                <a:cs typeface="Arial" panose="020B0604020202020204" pitchFamily="34" charset="0"/>
              </a:rPr>
              <a:t>/ ) module  </a:t>
            </a:r>
          </a:p>
        </p:txBody>
      </p:sp>
      <p:cxnSp>
        <p:nvCxnSpPr>
          <p:cNvPr id="4" name="Straight Connector 3">
            <a:extLst>
              <a:ext uri="{FF2B5EF4-FFF2-40B4-BE49-F238E27FC236}">
                <a16:creationId xmlns:a16="http://schemas.microsoft.com/office/drawing/2014/main" id="{FA6CD751-E72F-8E47-9029-8CE19102AEF6}"/>
              </a:ext>
            </a:extLst>
          </p:cNvPr>
          <p:cNvCxnSpPr/>
          <p:nvPr/>
        </p:nvCxnSpPr>
        <p:spPr>
          <a:xfrm>
            <a:off x="838200" y="1437005"/>
            <a:ext cx="10515600" cy="0"/>
          </a:xfrm>
          <a:prstGeom prst="line">
            <a:avLst/>
          </a:prstGeom>
          <a:ln w="25400" cap="rnd">
            <a:solidFill>
              <a:schemeClr val="bg2">
                <a:lumMod val="50000"/>
                <a:alpha val="49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70553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24819</TotalTime>
  <Words>1125</Words>
  <Application>Microsoft Macintosh PowerPoint</Application>
  <PresentationFormat>Widescreen</PresentationFormat>
  <Paragraphs>145</Paragraphs>
  <Slides>31</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Abadi</vt:lpstr>
      <vt:lpstr>Aharoni</vt:lpstr>
      <vt:lpstr>Arial</vt:lpstr>
      <vt:lpstr>Calibri</vt:lpstr>
      <vt:lpstr>Calibri Light</vt:lpstr>
      <vt:lpstr>ColfaxAI</vt:lpstr>
      <vt:lpstr>JetBrains Mono</vt:lpstr>
      <vt:lpstr>Lato</vt:lpstr>
      <vt:lpstr>Segoe UI</vt:lpstr>
      <vt:lpstr>Wingdings</vt:lpstr>
      <vt:lpstr>Office Theme</vt:lpstr>
      <vt:lpstr>PowerPoint Presentation</vt:lpstr>
      <vt:lpstr>Objectives:</vt:lpstr>
      <vt:lpstr>What is web scraping?</vt:lpstr>
      <vt:lpstr>Legality related to web scraping</vt:lpstr>
      <vt:lpstr>Packages:</vt:lpstr>
      <vt:lpstr>HTML structure</vt:lpstr>
      <vt:lpstr>The HTML as a string</vt:lpstr>
      <vt:lpstr>Making the soup</vt:lpstr>
      <vt:lpstr>Beautiful Soup parsers </vt:lpstr>
      <vt:lpstr>A simple ways to navigate html tree:</vt:lpstr>
      <vt:lpstr>Beautiful-Soup objects</vt:lpstr>
      <vt:lpstr>List of HTML tags</vt:lpstr>
      <vt:lpstr>HTML tag</vt:lpstr>
      <vt:lpstr>Tag, attributes, text </vt:lpstr>
      <vt:lpstr>Attribute: name and value </vt:lpstr>
      <vt:lpstr>Find </vt:lpstr>
      <vt:lpstr>Find all … </vt:lpstr>
      <vt:lpstr>Get all tags</vt:lpstr>
      <vt:lpstr>Get all text</vt:lpstr>
      <vt:lpstr>Find text</vt:lpstr>
      <vt:lpstr>Web exploring tool</vt:lpstr>
      <vt:lpstr>Web scraping test side</vt:lpstr>
      <vt:lpstr>Using requests to get the website URL</vt:lpstr>
      <vt:lpstr>Making the soup</vt:lpstr>
      <vt:lpstr>Tags example</vt:lpstr>
      <vt:lpstr>Getting text from header ‘p’ tag</vt:lpstr>
      <vt:lpstr>Getting Attributes from ‘a’ tag</vt:lpstr>
      <vt:lpstr>find() function to get all prices</vt:lpstr>
      <vt:lpstr>find_all() functions example </vt:lpstr>
      <vt:lpstr>Find all prices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Anna Wieclaw</dc:creator>
  <cp:lastModifiedBy>Anna Wieclaw</cp:lastModifiedBy>
  <cp:revision>107</cp:revision>
  <dcterms:created xsi:type="dcterms:W3CDTF">2020-10-04T09:13:27Z</dcterms:created>
  <dcterms:modified xsi:type="dcterms:W3CDTF">2024-12-01T20:29:28Z</dcterms:modified>
</cp:coreProperties>
</file>